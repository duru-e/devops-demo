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63" r:id="rId5"/>
    <p:sldId id="256" r:id="rId6"/>
    <p:sldId id="260" r:id="rId7"/>
    <p:sldId id="259" r:id="rId8"/>
    <p:sldId id="261" r:id="rId9"/>
    <p:sldId id="258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4E3FA-3110-4B94-A988-12799DF745B3}" v="1327" dt="2026-04-12T18:43:26.109"/>
    <p1510:client id="{96127F15-71E3-7307-D170-DE55933E185E}" v="834" dt="2026-04-12T18:39:08.375"/>
    <p1510:client id="{9869472E-9597-C298-F0C7-241136434A1B}" v="248" dt="2026-04-12T18:52:10.093"/>
    <p1510:client id="{D57D06C8-92F2-A674-ECBA-D77348FCDA00}" v="176" dt="2026-04-12T17:05:52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C2BD96-8320-44A3-A651-8C77A8C35B0F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</dgm:pt>
    <dgm:pt modelId="{6D741E09-93BF-402F-8FCD-358F3A9745E3}">
      <dgm:prSet phldrT="[Text]" phldr="0"/>
      <dgm:spPr/>
      <dgm:t>
        <a:bodyPr/>
        <a:lstStyle/>
        <a:p>
          <a:r>
            <a:rPr lang="en-US">
              <a:latin typeface="Aptos"/>
            </a:rPr>
            <a:t>Git</a:t>
          </a:r>
          <a:endParaRPr lang="en-US"/>
        </a:p>
      </dgm:t>
    </dgm:pt>
    <dgm:pt modelId="{B3339A85-CD61-4271-B49E-6FC5FDC5B8F7}" type="parTrans" cxnId="{1FD2A67E-D9B1-4032-A1CB-2CDF011094DA}">
      <dgm:prSet/>
      <dgm:spPr/>
      <dgm:t>
        <a:bodyPr/>
        <a:lstStyle/>
        <a:p>
          <a:endParaRPr lang="en-CA"/>
        </a:p>
      </dgm:t>
    </dgm:pt>
    <dgm:pt modelId="{0822B740-4BE2-4FF6-8A42-C70DCC211628}" type="sibTrans" cxnId="{1FD2A67E-D9B1-4032-A1CB-2CDF011094DA}">
      <dgm:prSet/>
      <dgm:spPr/>
      <dgm:t>
        <a:bodyPr/>
        <a:lstStyle/>
        <a:p>
          <a:endParaRPr lang="en-CA"/>
        </a:p>
      </dgm:t>
    </dgm:pt>
    <dgm:pt modelId="{5AAB692E-22BD-4380-AB2D-E17A2FC53C3B}">
      <dgm:prSet phldrT="[Text]" phldr="0"/>
      <dgm:spPr/>
      <dgm:t>
        <a:bodyPr/>
        <a:lstStyle/>
        <a:p>
          <a:pPr rtl="0"/>
          <a:r>
            <a:rPr lang="en-US">
              <a:latin typeface="Aptos"/>
            </a:rPr>
            <a:t>Build Server</a:t>
          </a:r>
          <a:endParaRPr lang="en-US"/>
        </a:p>
      </dgm:t>
    </dgm:pt>
    <dgm:pt modelId="{3077CD46-FA2E-4F29-B884-2EF42287F4AA}" type="parTrans" cxnId="{73515CA9-3E41-4BF5-BE1B-5B4C660AC6B9}">
      <dgm:prSet/>
      <dgm:spPr/>
      <dgm:t>
        <a:bodyPr/>
        <a:lstStyle/>
        <a:p>
          <a:endParaRPr lang="en-CA"/>
        </a:p>
      </dgm:t>
    </dgm:pt>
    <dgm:pt modelId="{844D3A71-BF02-4691-BE30-07CEB79FE6B9}" type="sibTrans" cxnId="{73515CA9-3E41-4BF5-BE1B-5B4C660AC6B9}">
      <dgm:prSet/>
      <dgm:spPr/>
      <dgm:t>
        <a:bodyPr/>
        <a:lstStyle/>
        <a:p>
          <a:endParaRPr lang="en-CA"/>
        </a:p>
      </dgm:t>
    </dgm:pt>
    <dgm:pt modelId="{4F8E59D5-A718-41AE-9BC7-1C859724E505}">
      <dgm:prSet phldr="0"/>
      <dgm:spPr/>
      <dgm:t>
        <a:bodyPr/>
        <a:lstStyle/>
        <a:p>
          <a:pPr rtl="0"/>
          <a:r>
            <a:rPr lang="en-US">
              <a:latin typeface="Aptos"/>
            </a:rPr>
            <a:t>Devs Create Code</a:t>
          </a:r>
        </a:p>
      </dgm:t>
    </dgm:pt>
    <dgm:pt modelId="{474C3464-A3CF-417D-B2FA-36048F1FC290}" type="parTrans" cxnId="{B4AA6BDD-44C5-40C1-99A6-55E5C692E10C}">
      <dgm:prSet/>
      <dgm:spPr/>
      <dgm:t>
        <a:bodyPr/>
        <a:lstStyle/>
        <a:p>
          <a:endParaRPr lang="en-CA"/>
        </a:p>
      </dgm:t>
    </dgm:pt>
    <dgm:pt modelId="{E3F30F1B-9FE8-482C-B5D9-01209CB038DE}" type="sibTrans" cxnId="{B4AA6BDD-44C5-40C1-99A6-55E5C692E10C}">
      <dgm:prSet/>
      <dgm:spPr/>
      <dgm:t>
        <a:bodyPr/>
        <a:lstStyle/>
        <a:p>
          <a:endParaRPr lang="en-CA"/>
        </a:p>
      </dgm:t>
    </dgm:pt>
    <dgm:pt modelId="{D5718C9C-BFE4-4687-B0DA-1A500B39A1F2}">
      <dgm:prSet phldr="0"/>
      <dgm:spPr/>
      <dgm:t>
        <a:bodyPr/>
        <a:lstStyle/>
        <a:p>
          <a:pPr rtl="0"/>
          <a:r>
            <a:rPr lang="en-US">
              <a:latin typeface="Aptos"/>
            </a:rPr>
            <a:t>Deployment Servers</a:t>
          </a:r>
        </a:p>
      </dgm:t>
    </dgm:pt>
    <dgm:pt modelId="{8A2AD75A-70AC-4152-875C-DF89FD47063A}" type="parTrans" cxnId="{86F92047-BC3D-4D39-93BE-CB7515816EC8}">
      <dgm:prSet/>
      <dgm:spPr/>
      <dgm:t>
        <a:bodyPr/>
        <a:lstStyle/>
        <a:p>
          <a:endParaRPr lang="en-CA"/>
        </a:p>
      </dgm:t>
    </dgm:pt>
    <dgm:pt modelId="{7948D2E6-52C6-43E2-B92F-4BE3FDD0AF87}" type="sibTrans" cxnId="{86F92047-BC3D-4D39-93BE-CB7515816EC8}">
      <dgm:prSet/>
      <dgm:spPr/>
      <dgm:t>
        <a:bodyPr/>
        <a:lstStyle/>
        <a:p>
          <a:endParaRPr lang="en-CA"/>
        </a:p>
      </dgm:t>
    </dgm:pt>
    <dgm:pt modelId="{C406F34B-8F69-4895-B040-C4247109EBDA}" type="pres">
      <dgm:prSet presAssocID="{6BC2BD96-8320-44A3-A651-8C77A8C35B0F}" presName="cycle" presStyleCnt="0">
        <dgm:presLayoutVars>
          <dgm:dir/>
          <dgm:resizeHandles val="exact"/>
        </dgm:presLayoutVars>
      </dgm:prSet>
      <dgm:spPr/>
    </dgm:pt>
    <dgm:pt modelId="{C32A4E6E-7062-40BC-97AD-2FDD1D3D7CB6}" type="pres">
      <dgm:prSet presAssocID="{4F8E59D5-A718-41AE-9BC7-1C859724E505}" presName="node" presStyleLbl="node1" presStyleIdx="0" presStyleCnt="4">
        <dgm:presLayoutVars>
          <dgm:bulletEnabled val="1"/>
        </dgm:presLayoutVars>
      </dgm:prSet>
      <dgm:spPr/>
    </dgm:pt>
    <dgm:pt modelId="{DC8365CE-6D61-4789-8270-5DA9BA80894B}" type="pres">
      <dgm:prSet presAssocID="{4F8E59D5-A718-41AE-9BC7-1C859724E505}" presName="spNode" presStyleCnt="0"/>
      <dgm:spPr/>
    </dgm:pt>
    <dgm:pt modelId="{52CFCEE2-BF08-4BD8-83C7-947CDC24EF43}" type="pres">
      <dgm:prSet presAssocID="{E3F30F1B-9FE8-482C-B5D9-01209CB038DE}" presName="sibTrans" presStyleLbl="sibTrans1D1" presStyleIdx="0" presStyleCnt="4"/>
      <dgm:spPr/>
    </dgm:pt>
    <dgm:pt modelId="{9CB18B92-7784-45CB-AA01-F8B0D549F71F}" type="pres">
      <dgm:prSet presAssocID="{6D741E09-93BF-402F-8FCD-358F3A9745E3}" presName="node" presStyleLbl="node1" presStyleIdx="1" presStyleCnt="4">
        <dgm:presLayoutVars>
          <dgm:bulletEnabled val="1"/>
        </dgm:presLayoutVars>
      </dgm:prSet>
      <dgm:spPr/>
    </dgm:pt>
    <dgm:pt modelId="{4DC7A8CB-04E6-4857-8C2C-074BB2D8E804}" type="pres">
      <dgm:prSet presAssocID="{6D741E09-93BF-402F-8FCD-358F3A9745E3}" presName="spNode" presStyleCnt="0"/>
      <dgm:spPr/>
    </dgm:pt>
    <dgm:pt modelId="{DB3397C3-AF11-4C42-9396-5B8C1CE352C7}" type="pres">
      <dgm:prSet presAssocID="{0822B740-4BE2-4FF6-8A42-C70DCC211628}" presName="sibTrans" presStyleLbl="sibTrans1D1" presStyleIdx="1" presStyleCnt="4"/>
      <dgm:spPr/>
    </dgm:pt>
    <dgm:pt modelId="{69D67FF9-E8D0-4FD0-83CA-535F0D0E4988}" type="pres">
      <dgm:prSet presAssocID="{5AAB692E-22BD-4380-AB2D-E17A2FC53C3B}" presName="node" presStyleLbl="node1" presStyleIdx="2" presStyleCnt="4">
        <dgm:presLayoutVars>
          <dgm:bulletEnabled val="1"/>
        </dgm:presLayoutVars>
      </dgm:prSet>
      <dgm:spPr/>
    </dgm:pt>
    <dgm:pt modelId="{61474F7F-6432-4925-A9AA-C583C1738AAA}" type="pres">
      <dgm:prSet presAssocID="{5AAB692E-22BD-4380-AB2D-E17A2FC53C3B}" presName="spNode" presStyleCnt="0"/>
      <dgm:spPr/>
    </dgm:pt>
    <dgm:pt modelId="{41735307-AE28-4C4E-AFC5-E7165CCA5C04}" type="pres">
      <dgm:prSet presAssocID="{844D3A71-BF02-4691-BE30-07CEB79FE6B9}" presName="sibTrans" presStyleLbl="sibTrans1D1" presStyleIdx="2" presStyleCnt="4"/>
      <dgm:spPr/>
    </dgm:pt>
    <dgm:pt modelId="{B6F7B01A-C374-410C-8C18-7B22A1013D13}" type="pres">
      <dgm:prSet presAssocID="{D5718C9C-BFE4-4687-B0DA-1A500B39A1F2}" presName="node" presStyleLbl="node1" presStyleIdx="3" presStyleCnt="4">
        <dgm:presLayoutVars>
          <dgm:bulletEnabled val="1"/>
        </dgm:presLayoutVars>
      </dgm:prSet>
      <dgm:spPr/>
    </dgm:pt>
    <dgm:pt modelId="{FA235892-4D5A-43BF-944A-7658ED98D519}" type="pres">
      <dgm:prSet presAssocID="{D5718C9C-BFE4-4687-B0DA-1A500B39A1F2}" presName="spNode" presStyleCnt="0"/>
      <dgm:spPr/>
    </dgm:pt>
    <dgm:pt modelId="{06A0A428-BF25-4929-B31E-61D88E953858}" type="pres">
      <dgm:prSet presAssocID="{7948D2E6-52C6-43E2-B92F-4BE3FDD0AF87}" presName="sibTrans" presStyleLbl="sibTrans1D1" presStyleIdx="3" presStyleCnt="4"/>
      <dgm:spPr/>
    </dgm:pt>
  </dgm:ptLst>
  <dgm:cxnLst>
    <dgm:cxn modelId="{92BB4507-0C0F-403D-AD88-A9BB212920DD}" type="presOf" srcId="{4F8E59D5-A718-41AE-9BC7-1C859724E505}" destId="{C32A4E6E-7062-40BC-97AD-2FDD1D3D7CB6}" srcOrd="0" destOrd="0" presId="urn:microsoft.com/office/officeart/2005/8/layout/cycle5"/>
    <dgm:cxn modelId="{1AE10E28-9776-408A-A4ED-12AF21DF0D00}" type="presOf" srcId="{7948D2E6-52C6-43E2-B92F-4BE3FDD0AF87}" destId="{06A0A428-BF25-4929-B31E-61D88E953858}" srcOrd="0" destOrd="0" presId="urn:microsoft.com/office/officeart/2005/8/layout/cycle5"/>
    <dgm:cxn modelId="{86F92047-BC3D-4D39-93BE-CB7515816EC8}" srcId="{6BC2BD96-8320-44A3-A651-8C77A8C35B0F}" destId="{D5718C9C-BFE4-4687-B0DA-1A500B39A1F2}" srcOrd="3" destOrd="0" parTransId="{8A2AD75A-70AC-4152-875C-DF89FD47063A}" sibTransId="{7948D2E6-52C6-43E2-B92F-4BE3FDD0AF87}"/>
    <dgm:cxn modelId="{940CB548-9416-46CC-A788-4C48E2CA48FF}" type="presOf" srcId="{6BC2BD96-8320-44A3-A651-8C77A8C35B0F}" destId="{C406F34B-8F69-4895-B040-C4247109EBDA}" srcOrd="0" destOrd="0" presId="urn:microsoft.com/office/officeart/2005/8/layout/cycle5"/>
    <dgm:cxn modelId="{732FA16A-7B27-4117-8E83-D0499E55A9F0}" type="presOf" srcId="{D5718C9C-BFE4-4687-B0DA-1A500B39A1F2}" destId="{B6F7B01A-C374-410C-8C18-7B22A1013D13}" srcOrd="0" destOrd="0" presId="urn:microsoft.com/office/officeart/2005/8/layout/cycle5"/>
    <dgm:cxn modelId="{AFCDEE70-D7D6-4CC2-9735-041153A6A3A5}" type="presOf" srcId="{6D741E09-93BF-402F-8FCD-358F3A9745E3}" destId="{9CB18B92-7784-45CB-AA01-F8B0D549F71F}" srcOrd="0" destOrd="0" presId="urn:microsoft.com/office/officeart/2005/8/layout/cycle5"/>
    <dgm:cxn modelId="{1FD2A67E-D9B1-4032-A1CB-2CDF011094DA}" srcId="{6BC2BD96-8320-44A3-A651-8C77A8C35B0F}" destId="{6D741E09-93BF-402F-8FCD-358F3A9745E3}" srcOrd="1" destOrd="0" parTransId="{B3339A85-CD61-4271-B49E-6FC5FDC5B8F7}" sibTransId="{0822B740-4BE2-4FF6-8A42-C70DCC211628}"/>
    <dgm:cxn modelId="{C2ABEB86-64B5-4D78-A921-6E56B3EEE57A}" type="presOf" srcId="{E3F30F1B-9FE8-482C-B5D9-01209CB038DE}" destId="{52CFCEE2-BF08-4BD8-83C7-947CDC24EF43}" srcOrd="0" destOrd="0" presId="urn:microsoft.com/office/officeart/2005/8/layout/cycle5"/>
    <dgm:cxn modelId="{41BBA994-312D-484C-AAFE-629FDA76723F}" type="presOf" srcId="{5AAB692E-22BD-4380-AB2D-E17A2FC53C3B}" destId="{69D67FF9-E8D0-4FD0-83CA-535F0D0E4988}" srcOrd="0" destOrd="0" presId="urn:microsoft.com/office/officeart/2005/8/layout/cycle5"/>
    <dgm:cxn modelId="{73515CA9-3E41-4BF5-BE1B-5B4C660AC6B9}" srcId="{6BC2BD96-8320-44A3-A651-8C77A8C35B0F}" destId="{5AAB692E-22BD-4380-AB2D-E17A2FC53C3B}" srcOrd="2" destOrd="0" parTransId="{3077CD46-FA2E-4F29-B884-2EF42287F4AA}" sibTransId="{844D3A71-BF02-4691-BE30-07CEB79FE6B9}"/>
    <dgm:cxn modelId="{BBEE42AC-5F68-4569-A6E4-390BA0BB83C4}" type="presOf" srcId="{844D3A71-BF02-4691-BE30-07CEB79FE6B9}" destId="{41735307-AE28-4C4E-AFC5-E7165CCA5C04}" srcOrd="0" destOrd="0" presId="urn:microsoft.com/office/officeart/2005/8/layout/cycle5"/>
    <dgm:cxn modelId="{B4AA6BDD-44C5-40C1-99A6-55E5C692E10C}" srcId="{6BC2BD96-8320-44A3-A651-8C77A8C35B0F}" destId="{4F8E59D5-A718-41AE-9BC7-1C859724E505}" srcOrd="0" destOrd="0" parTransId="{474C3464-A3CF-417D-B2FA-36048F1FC290}" sibTransId="{E3F30F1B-9FE8-482C-B5D9-01209CB038DE}"/>
    <dgm:cxn modelId="{4E5707E4-2A82-4547-AB0C-37CC8B41A7B8}" type="presOf" srcId="{0822B740-4BE2-4FF6-8A42-C70DCC211628}" destId="{DB3397C3-AF11-4C42-9396-5B8C1CE352C7}" srcOrd="0" destOrd="0" presId="urn:microsoft.com/office/officeart/2005/8/layout/cycle5"/>
    <dgm:cxn modelId="{B75FD95B-C431-40DD-A6B3-7A1A927F5D19}" type="presParOf" srcId="{C406F34B-8F69-4895-B040-C4247109EBDA}" destId="{C32A4E6E-7062-40BC-97AD-2FDD1D3D7CB6}" srcOrd="0" destOrd="0" presId="urn:microsoft.com/office/officeart/2005/8/layout/cycle5"/>
    <dgm:cxn modelId="{277DAC3D-8870-4A24-8B35-102765393BD7}" type="presParOf" srcId="{C406F34B-8F69-4895-B040-C4247109EBDA}" destId="{DC8365CE-6D61-4789-8270-5DA9BA80894B}" srcOrd="1" destOrd="0" presId="urn:microsoft.com/office/officeart/2005/8/layout/cycle5"/>
    <dgm:cxn modelId="{740B14F0-CE38-481F-9979-589DB6D9DD52}" type="presParOf" srcId="{C406F34B-8F69-4895-B040-C4247109EBDA}" destId="{52CFCEE2-BF08-4BD8-83C7-947CDC24EF43}" srcOrd="2" destOrd="0" presId="urn:microsoft.com/office/officeart/2005/8/layout/cycle5"/>
    <dgm:cxn modelId="{B5DA2215-DB07-4F93-A4CE-B9E2267430DA}" type="presParOf" srcId="{C406F34B-8F69-4895-B040-C4247109EBDA}" destId="{9CB18B92-7784-45CB-AA01-F8B0D549F71F}" srcOrd="3" destOrd="0" presId="urn:microsoft.com/office/officeart/2005/8/layout/cycle5"/>
    <dgm:cxn modelId="{353D1DFC-8AA6-47B0-9C41-B7D48AD9D4D8}" type="presParOf" srcId="{C406F34B-8F69-4895-B040-C4247109EBDA}" destId="{4DC7A8CB-04E6-4857-8C2C-074BB2D8E804}" srcOrd="4" destOrd="0" presId="urn:microsoft.com/office/officeart/2005/8/layout/cycle5"/>
    <dgm:cxn modelId="{7EAC7CC8-B8C4-4FE6-922F-A4588762A314}" type="presParOf" srcId="{C406F34B-8F69-4895-B040-C4247109EBDA}" destId="{DB3397C3-AF11-4C42-9396-5B8C1CE352C7}" srcOrd="5" destOrd="0" presId="urn:microsoft.com/office/officeart/2005/8/layout/cycle5"/>
    <dgm:cxn modelId="{5CE365C8-F687-407C-8121-EB0B9BFE0D12}" type="presParOf" srcId="{C406F34B-8F69-4895-B040-C4247109EBDA}" destId="{69D67FF9-E8D0-4FD0-83CA-535F0D0E4988}" srcOrd="6" destOrd="0" presId="urn:microsoft.com/office/officeart/2005/8/layout/cycle5"/>
    <dgm:cxn modelId="{93C700F4-F9D5-4345-9D54-C16AFF5B1660}" type="presParOf" srcId="{C406F34B-8F69-4895-B040-C4247109EBDA}" destId="{61474F7F-6432-4925-A9AA-C583C1738AAA}" srcOrd="7" destOrd="0" presId="urn:microsoft.com/office/officeart/2005/8/layout/cycle5"/>
    <dgm:cxn modelId="{F66C1586-4540-4E1A-853C-3B668A96B302}" type="presParOf" srcId="{C406F34B-8F69-4895-B040-C4247109EBDA}" destId="{41735307-AE28-4C4E-AFC5-E7165CCA5C04}" srcOrd="8" destOrd="0" presId="urn:microsoft.com/office/officeart/2005/8/layout/cycle5"/>
    <dgm:cxn modelId="{E5512648-2968-4EC7-9D6F-F85457433B60}" type="presParOf" srcId="{C406F34B-8F69-4895-B040-C4247109EBDA}" destId="{B6F7B01A-C374-410C-8C18-7B22A1013D13}" srcOrd="9" destOrd="0" presId="urn:microsoft.com/office/officeart/2005/8/layout/cycle5"/>
    <dgm:cxn modelId="{3D6AAEAE-26A4-4EB0-9A47-1F8862B7879C}" type="presParOf" srcId="{C406F34B-8F69-4895-B040-C4247109EBDA}" destId="{FA235892-4D5A-43BF-944A-7658ED98D519}" srcOrd="10" destOrd="0" presId="urn:microsoft.com/office/officeart/2005/8/layout/cycle5"/>
    <dgm:cxn modelId="{DEA543EF-4462-4248-B46D-AA50B786A5FA}" type="presParOf" srcId="{C406F34B-8F69-4895-B040-C4247109EBDA}" destId="{06A0A428-BF25-4929-B31E-61D88E953858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4C6EE6-7DF1-44F6-BCD7-E2655E27D3B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E8D47A-C1D4-4622-B9A4-4FB85643AC82}">
      <dgm:prSet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Pull</a:t>
          </a:r>
          <a:r>
            <a:rPr lang="en-US"/>
            <a:t> from GitHub / </a:t>
          </a:r>
          <a:r>
            <a:rPr lang="en-US" err="1"/>
            <a:t>DockerHub</a:t>
          </a:r>
          <a:endParaRPr lang="en-US"/>
        </a:p>
      </dgm:t>
    </dgm:pt>
    <dgm:pt modelId="{D5322C58-8DFB-49C8-816B-C5F511B2101C}" type="parTrans" cxnId="{5348927D-4117-4F46-AD38-3D198F8D4F7F}">
      <dgm:prSet/>
      <dgm:spPr/>
      <dgm:t>
        <a:bodyPr/>
        <a:lstStyle/>
        <a:p>
          <a:endParaRPr lang="en-US"/>
        </a:p>
      </dgm:t>
    </dgm:pt>
    <dgm:pt modelId="{32A9EBB3-50B0-4913-BC38-06C22D7A9878}" type="sibTrans" cxnId="{5348927D-4117-4F46-AD38-3D198F8D4F7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DE0B78E-C492-44F8-BD97-1699411BFF80}">
      <dgm:prSet/>
      <dgm:spPr/>
      <dgm:t>
        <a:bodyPr/>
        <a:lstStyle/>
        <a:p>
          <a:r>
            <a:rPr lang="en-US"/>
            <a:t>Create Docker Image on Build Server</a:t>
          </a:r>
        </a:p>
      </dgm:t>
    </dgm:pt>
    <dgm:pt modelId="{8624A527-B881-4741-A5F2-3421A91FEBA1}" type="parTrans" cxnId="{D685CEB8-7B68-4AF7-887B-AC06A7979D2F}">
      <dgm:prSet/>
      <dgm:spPr/>
      <dgm:t>
        <a:bodyPr/>
        <a:lstStyle/>
        <a:p>
          <a:endParaRPr lang="en-US"/>
        </a:p>
      </dgm:t>
    </dgm:pt>
    <dgm:pt modelId="{427F9CD3-7754-44B1-B487-5C3D4051DB1B}" type="sibTrans" cxnId="{D685CEB8-7B68-4AF7-887B-AC06A7979D2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CE58885-1202-4540-AC21-BB5924013B24}">
      <dgm:prSet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Pull</a:t>
          </a:r>
          <a:r>
            <a:rPr lang="en-US"/>
            <a:t> image(s) then Create Container(s) in Deployment Servers</a:t>
          </a:r>
        </a:p>
      </dgm:t>
    </dgm:pt>
    <dgm:pt modelId="{1A2B564B-0703-4933-BD2C-13E822A641C2}" type="parTrans" cxnId="{B7D0F3BD-DDFE-4BFC-BC5E-6DA0247A0298}">
      <dgm:prSet/>
      <dgm:spPr/>
      <dgm:t>
        <a:bodyPr/>
        <a:lstStyle/>
        <a:p>
          <a:endParaRPr lang="en-US"/>
        </a:p>
      </dgm:t>
    </dgm:pt>
    <dgm:pt modelId="{D82C0041-098A-4DB7-8386-EA6A32B87D77}" type="sibTrans" cxnId="{B7D0F3BD-DDFE-4BFC-BC5E-6DA0247A029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3EEC9A8-25A9-4900-84DF-4D5E2BC02B6F}">
      <dgm:prSet/>
      <dgm:spPr/>
      <dgm:t>
        <a:bodyPr/>
        <a:lstStyle/>
        <a:p>
          <a:r>
            <a:rPr lang="en-US"/>
            <a:t>Devs continue development, version tracking with Git</a:t>
          </a:r>
        </a:p>
      </dgm:t>
    </dgm:pt>
    <dgm:pt modelId="{4C43ABCC-4090-481E-A68C-5924563DF845}" type="parTrans" cxnId="{90EADC27-AFCF-4F9E-B39A-6D03978101D0}">
      <dgm:prSet/>
      <dgm:spPr/>
      <dgm:t>
        <a:bodyPr/>
        <a:lstStyle/>
        <a:p>
          <a:endParaRPr lang="en-US"/>
        </a:p>
      </dgm:t>
    </dgm:pt>
    <dgm:pt modelId="{F7C4D031-F130-4A82-904D-B35C2E4852A8}" type="sibTrans" cxnId="{90EADC27-AFCF-4F9E-B39A-6D03978101D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048610B-2968-4963-B3E1-51B121DD211C}">
      <dgm:prSet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Return</a:t>
          </a:r>
          <a:r>
            <a:rPr lang="en-US"/>
            <a:t> to Step 1</a:t>
          </a:r>
        </a:p>
      </dgm:t>
    </dgm:pt>
    <dgm:pt modelId="{F226946A-D996-4A85-90F6-9AC0C5F90A11}" type="parTrans" cxnId="{FEB015EC-D8D6-45B3-87E7-64FFD0557E37}">
      <dgm:prSet/>
      <dgm:spPr/>
      <dgm:t>
        <a:bodyPr/>
        <a:lstStyle/>
        <a:p>
          <a:endParaRPr lang="en-US"/>
        </a:p>
      </dgm:t>
    </dgm:pt>
    <dgm:pt modelId="{32BC48BB-7E95-4004-9185-9A4BE6BCE752}" type="sibTrans" cxnId="{FEB015EC-D8D6-45B3-87E7-64FFD0557E3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51C3684-7070-45EC-A7D4-3B8EC29902AE}" type="pres">
      <dgm:prSet presAssocID="{484C6EE6-7DF1-44F6-BCD7-E2655E27D3B7}" presName="Name0" presStyleCnt="0">
        <dgm:presLayoutVars>
          <dgm:animLvl val="lvl"/>
          <dgm:resizeHandles val="exact"/>
        </dgm:presLayoutVars>
      </dgm:prSet>
      <dgm:spPr/>
    </dgm:pt>
    <dgm:pt modelId="{907B9B07-811C-4471-BA5A-8A9C813D7D0B}" type="pres">
      <dgm:prSet presAssocID="{E4E8D47A-C1D4-4622-B9A4-4FB85643AC82}" presName="compositeNode" presStyleCnt="0">
        <dgm:presLayoutVars>
          <dgm:bulletEnabled val="1"/>
        </dgm:presLayoutVars>
      </dgm:prSet>
      <dgm:spPr/>
    </dgm:pt>
    <dgm:pt modelId="{9F4D5C3B-23BB-4E71-A974-EE41BBA924DF}" type="pres">
      <dgm:prSet presAssocID="{E4E8D47A-C1D4-4622-B9A4-4FB85643AC82}" presName="bgRect" presStyleLbl="bgAccFollowNode1" presStyleIdx="0" presStyleCnt="5"/>
      <dgm:spPr/>
    </dgm:pt>
    <dgm:pt modelId="{AE0FA8B8-1276-48DE-908E-3D3EEBC27B5C}" type="pres">
      <dgm:prSet presAssocID="{32A9EBB3-50B0-4913-BC38-06C22D7A9878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580E422-3C17-4179-B119-2D4EA9587E8A}" type="pres">
      <dgm:prSet presAssocID="{E4E8D47A-C1D4-4622-B9A4-4FB85643AC82}" presName="bottomLine" presStyleLbl="alignNode1" presStyleIdx="1" presStyleCnt="10">
        <dgm:presLayoutVars/>
      </dgm:prSet>
      <dgm:spPr/>
    </dgm:pt>
    <dgm:pt modelId="{C5F4CBB1-5F3D-4F01-868B-3D2ACDE3D5EE}" type="pres">
      <dgm:prSet presAssocID="{E4E8D47A-C1D4-4622-B9A4-4FB85643AC82}" presName="nodeText" presStyleLbl="bgAccFollowNode1" presStyleIdx="0" presStyleCnt="5">
        <dgm:presLayoutVars>
          <dgm:bulletEnabled val="1"/>
        </dgm:presLayoutVars>
      </dgm:prSet>
      <dgm:spPr/>
    </dgm:pt>
    <dgm:pt modelId="{48FDF923-C2ED-4ECE-9E18-4EA4BAC1B57F}" type="pres">
      <dgm:prSet presAssocID="{32A9EBB3-50B0-4913-BC38-06C22D7A9878}" presName="sibTrans" presStyleCnt="0"/>
      <dgm:spPr/>
    </dgm:pt>
    <dgm:pt modelId="{3161E813-5AAB-4033-A0CB-992D96B108A7}" type="pres">
      <dgm:prSet presAssocID="{EDE0B78E-C492-44F8-BD97-1699411BFF80}" presName="compositeNode" presStyleCnt="0">
        <dgm:presLayoutVars>
          <dgm:bulletEnabled val="1"/>
        </dgm:presLayoutVars>
      </dgm:prSet>
      <dgm:spPr/>
    </dgm:pt>
    <dgm:pt modelId="{22D532BC-5636-4F62-810F-F7DC41D8B6C7}" type="pres">
      <dgm:prSet presAssocID="{EDE0B78E-C492-44F8-BD97-1699411BFF80}" presName="bgRect" presStyleLbl="bgAccFollowNode1" presStyleIdx="1" presStyleCnt="5"/>
      <dgm:spPr/>
    </dgm:pt>
    <dgm:pt modelId="{45F45A08-3873-4F5B-A18B-BD8AAC0AFF86}" type="pres">
      <dgm:prSet presAssocID="{427F9CD3-7754-44B1-B487-5C3D4051DB1B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2387A11-B4F6-401D-A32C-CEE512A19C2E}" type="pres">
      <dgm:prSet presAssocID="{EDE0B78E-C492-44F8-BD97-1699411BFF80}" presName="bottomLine" presStyleLbl="alignNode1" presStyleIdx="3" presStyleCnt="10">
        <dgm:presLayoutVars/>
      </dgm:prSet>
      <dgm:spPr/>
    </dgm:pt>
    <dgm:pt modelId="{8F2D9391-40C3-4D92-A61E-F6254F83E14F}" type="pres">
      <dgm:prSet presAssocID="{EDE0B78E-C492-44F8-BD97-1699411BFF80}" presName="nodeText" presStyleLbl="bgAccFollowNode1" presStyleIdx="1" presStyleCnt="5">
        <dgm:presLayoutVars>
          <dgm:bulletEnabled val="1"/>
        </dgm:presLayoutVars>
      </dgm:prSet>
      <dgm:spPr/>
    </dgm:pt>
    <dgm:pt modelId="{2C53EB59-AABC-4897-BE61-C9A714DB2C1F}" type="pres">
      <dgm:prSet presAssocID="{427F9CD3-7754-44B1-B487-5C3D4051DB1B}" presName="sibTrans" presStyleCnt="0"/>
      <dgm:spPr/>
    </dgm:pt>
    <dgm:pt modelId="{605C163E-F434-471E-B7E8-4FD5A6169EE7}" type="pres">
      <dgm:prSet presAssocID="{6CE58885-1202-4540-AC21-BB5924013B24}" presName="compositeNode" presStyleCnt="0">
        <dgm:presLayoutVars>
          <dgm:bulletEnabled val="1"/>
        </dgm:presLayoutVars>
      </dgm:prSet>
      <dgm:spPr/>
    </dgm:pt>
    <dgm:pt modelId="{3B382C85-34E8-4BEF-AA6D-160A7E6DE13B}" type="pres">
      <dgm:prSet presAssocID="{6CE58885-1202-4540-AC21-BB5924013B24}" presName="bgRect" presStyleLbl="bgAccFollowNode1" presStyleIdx="2" presStyleCnt="5"/>
      <dgm:spPr/>
    </dgm:pt>
    <dgm:pt modelId="{C6330D80-D8CE-4490-8A1C-40893A5D13D4}" type="pres">
      <dgm:prSet presAssocID="{D82C0041-098A-4DB7-8386-EA6A32B87D77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7C0B34B0-85A9-4302-A52A-BAC5311D7178}" type="pres">
      <dgm:prSet presAssocID="{6CE58885-1202-4540-AC21-BB5924013B24}" presName="bottomLine" presStyleLbl="alignNode1" presStyleIdx="5" presStyleCnt="10">
        <dgm:presLayoutVars/>
      </dgm:prSet>
      <dgm:spPr/>
    </dgm:pt>
    <dgm:pt modelId="{19F56E3B-375C-46F3-808B-70B850317FFC}" type="pres">
      <dgm:prSet presAssocID="{6CE58885-1202-4540-AC21-BB5924013B24}" presName="nodeText" presStyleLbl="bgAccFollowNode1" presStyleIdx="2" presStyleCnt="5">
        <dgm:presLayoutVars>
          <dgm:bulletEnabled val="1"/>
        </dgm:presLayoutVars>
      </dgm:prSet>
      <dgm:spPr/>
    </dgm:pt>
    <dgm:pt modelId="{47ECC0EF-FC65-4F03-8D8C-32E3ED8067BB}" type="pres">
      <dgm:prSet presAssocID="{D82C0041-098A-4DB7-8386-EA6A32B87D77}" presName="sibTrans" presStyleCnt="0"/>
      <dgm:spPr/>
    </dgm:pt>
    <dgm:pt modelId="{E0E4C354-531D-4B96-9E5A-FD074D626C72}" type="pres">
      <dgm:prSet presAssocID="{53EEC9A8-25A9-4900-84DF-4D5E2BC02B6F}" presName="compositeNode" presStyleCnt="0">
        <dgm:presLayoutVars>
          <dgm:bulletEnabled val="1"/>
        </dgm:presLayoutVars>
      </dgm:prSet>
      <dgm:spPr/>
    </dgm:pt>
    <dgm:pt modelId="{4B301C83-CE76-43F4-A967-47135370C5C8}" type="pres">
      <dgm:prSet presAssocID="{53EEC9A8-25A9-4900-84DF-4D5E2BC02B6F}" presName="bgRect" presStyleLbl="bgAccFollowNode1" presStyleIdx="3" presStyleCnt="5"/>
      <dgm:spPr/>
    </dgm:pt>
    <dgm:pt modelId="{BAF11AE9-CB95-4B98-A48B-0DFE67CD9320}" type="pres">
      <dgm:prSet presAssocID="{F7C4D031-F130-4A82-904D-B35C2E4852A8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2DFD8DAA-8E81-4A82-B65A-830E7AC0EFF5}" type="pres">
      <dgm:prSet presAssocID="{53EEC9A8-25A9-4900-84DF-4D5E2BC02B6F}" presName="bottomLine" presStyleLbl="alignNode1" presStyleIdx="7" presStyleCnt="10">
        <dgm:presLayoutVars/>
      </dgm:prSet>
      <dgm:spPr/>
    </dgm:pt>
    <dgm:pt modelId="{F3AAC846-1BE6-42D0-9C06-232C8D6CBCA3}" type="pres">
      <dgm:prSet presAssocID="{53EEC9A8-25A9-4900-84DF-4D5E2BC02B6F}" presName="nodeText" presStyleLbl="bgAccFollowNode1" presStyleIdx="3" presStyleCnt="5">
        <dgm:presLayoutVars>
          <dgm:bulletEnabled val="1"/>
        </dgm:presLayoutVars>
      </dgm:prSet>
      <dgm:spPr/>
    </dgm:pt>
    <dgm:pt modelId="{BAFE713E-0E0D-4A37-8761-F0593BAEB409}" type="pres">
      <dgm:prSet presAssocID="{F7C4D031-F130-4A82-904D-B35C2E4852A8}" presName="sibTrans" presStyleCnt="0"/>
      <dgm:spPr/>
    </dgm:pt>
    <dgm:pt modelId="{DC4787DE-D5AE-42E8-805B-6BB8542D0F97}" type="pres">
      <dgm:prSet presAssocID="{6048610B-2968-4963-B3E1-51B121DD211C}" presName="compositeNode" presStyleCnt="0">
        <dgm:presLayoutVars>
          <dgm:bulletEnabled val="1"/>
        </dgm:presLayoutVars>
      </dgm:prSet>
      <dgm:spPr/>
    </dgm:pt>
    <dgm:pt modelId="{661A0A92-7BAE-47DE-A285-BD43A9F936B2}" type="pres">
      <dgm:prSet presAssocID="{6048610B-2968-4963-B3E1-51B121DD211C}" presName="bgRect" presStyleLbl="bgAccFollowNode1" presStyleIdx="4" presStyleCnt="5"/>
      <dgm:spPr/>
    </dgm:pt>
    <dgm:pt modelId="{57BE4D68-6E29-4752-A8F7-55374CBA5641}" type="pres">
      <dgm:prSet presAssocID="{32BC48BB-7E95-4004-9185-9A4BE6BCE752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8AB4D375-15F1-4581-836F-DEC32A532FE0}" type="pres">
      <dgm:prSet presAssocID="{6048610B-2968-4963-B3E1-51B121DD211C}" presName="bottomLine" presStyleLbl="alignNode1" presStyleIdx="9" presStyleCnt="10">
        <dgm:presLayoutVars/>
      </dgm:prSet>
      <dgm:spPr/>
    </dgm:pt>
    <dgm:pt modelId="{CFA0402A-F8E6-4637-B0C2-0168AF2C5F43}" type="pres">
      <dgm:prSet presAssocID="{6048610B-2968-4963-B3E1-51B121DD211C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A9B1C214-74AE-4A17-9998-E6FCD8FCFDDE}" type="presOf" srcId="{E4E8D47A-C1D4-4622-B9A4-4FB85643AC82}" destId="{C5F4CBB1-5F3D-4F01-868B-3D2ACDE3D5EE}" srcOrd="1" destOrd="0" presId="urn:microsoft.com/office/officeart/2016/7/layout/BasicLinearProcessNumbered"/>
    <dgm:cxn modelId="{59E95D1F-A992-48C6-8EB3-A8DF04A51940}" type="presOf" srcId="{53EEC9A8-25A9-4900-84DF-4D5E2BC02B6F}" destId="{4B301C83-CE76-43F4-A967-47135370C5C8}" srcOrd="0" destOrd="0" presId="urn:microsoft.com/office/officeart/2016/7/layout/BasicLinearProcessNumbered"/>
    <dgm:cxn modelId="{90EADC27-AFCF-4F9E-B39A-6D03978101D0}" srcId="{484C6EE6-7DF1-44F6-BCD7-E2655E27D3B7}" destId="{53EEC9A8-25A9-4900-84DF-4D5E2BC02B6F}" srcOrd="3" destOrd="0" parTransId="{4C43ABCC-4090-481E-A68C-5924563DF845}" sibTransId="{F7C4D031-F130-4A82-904D-B35C2E4852A8}"/>
    <dgm:cxn modelId="{6DDD5928-191A-42BB-81F7-C6F109652D69}" type="presOf" srcId="{EDE0B78E-C492-44F8-BD97-1699411BFF80}" destId="{8F2D9391-40C3-4D92-A61E-F6254F83E14F}" srcOrd="1" destOrd="0" presId="urn:microsoft.com/office/officeart/2016/7/layout/BasicLinearProcessNumbered"/>
    <dgm:cxn modelId="{3CEC8D2D-59A0-4497-BE26-DA7AAC14D425}" type="presOf" srcId="{D82C0041-098A-4DB7-8386-EA6A32B87D77}" destId="{C6330D80-D8CE-4490-8A1C-40893A5D13D4}" srcOrd="0" destOrd="0" presId="urn:microsoft.com/office/officeart/2016/7/layout/BasicLinearProcessNumbered"/>
    <dgm:cxn modelId="{2AF4A432-0107-4CA1-8801-5ECFE01AB202}" type="presOf" srcId="{53EEC9A8-25A9-4900-84DF-4D5E2BC02B6F}" destId="{F3AAC846-1BE6-42D0-9C06-232C8D6CBCA3}" srcOrd="1" destOrd="0" presId="urn:microsoft.com/office/officeart/2016/7/layout/BasicLinearProcessNumbered"/>
    <dgm:cxn modelId="{AD61DB3B-6B05-4150-BE09-DB50A1B6FD01}" type="presOf" srcId="{EDE0B78E-C492-44F8-BD97-1699411BFF80}" destId="{22D532BC-5636-4F62-810F-F7DC41D8B6C7}" srcOrd="0" destOrd="0" presId="urn:microsoft.com/office/officeart/2016/7/layout/BasicLinearProcessNumbered"/>
    <dgm:cxn modelId="{E3BD1270-35B5-4148-9E5A-23508C520D4C}" type="presOf" srcId="{32A9EBB3-50B0-4913-BC38-06C22D7A9878}" destId="{AE0FA8B8-1276-48DE-908E-3D3EEBC27B5C}" srcOrd="0" destOrd="0" presId="urn:microsoft.com/office/officeart/2016/7/layout/BasicLinearProcessNumbered"/>
    <dgm:cxn modelId="{FA3C767B-8DD1-4783-8AAD-A41DBCD80A29}" type="presOf" srcId="{E4E8D47A-C1D4-4622-B9A4-4FB85643AC82}" destId="{9F4D5C3B-23BB-4E71-A974-EE41BBA924DF}" srcOrd="0" destOrd="0" presId="urn:microsoft.com/office/officeart/2016/7/layout/BasicLinearProcessNumbered"/>
    <dgm:cxn modelId="{5348927D-4117-4F46-AD38-3D198F8D4F7F}" srcId="{484C6EE6-7DF1-44F6-BCD7-E2655E27D3B7}" destId="{E4E8D47A-C1D4-4622-B9A4-4FB85643AC82}" srcOrd="0" destOrd="0" parTransId="{D5322C58-8DFB-49C8-816B-C5F511B2101C}" sibTransId="{32A9EBB3-50B0-4913-BC38-06C22D7A9878}"/>
    <dgm:cxn modelId="{255428AA-3FD2-42AD-87EA-3D72E0B2E661}" type="presOf" srcId="{427F9CD3-7754-44B1-B487-5C3D4051DB1B}" destId="{45F45A08-3873-4F5B-A18B-BD8AAC0AFF86}" srcOrd="0" destOrd="0" presId="urn:microsoft.com/office/officeart/2016/7/layout/BasicLinearProcessNumbered"/>
    <dgm:cxn modelId="{0952E8AD-4DC7-40BF-B2B3-61ADD47ACBD7}" type="presOf" srcId="{6048610B-2968-4963-B3E1-51B121DD211C}" destId="{661A0A92-7BAE-47DE-A285-BD43A9F936B2}" srcOrd="0" destOrd="0" presId="urn:microsoft.com/office/officeart/2016/7/layout/BasicLinearProcessNumbered"/>
    <dgm:cxn modelId="{EE4D4CB1-A018-406F-AA9F-9B6905D18017}" type="presOf" srcId="{32BC48BB-7E95-4004-9185-9A4BE6BCE752}" destId="{57BE4D68-6E29-4752-A8F7-55374CBA5641}" srcOrd="0" destOrd="0" presId="urn:microsoft.com/office/officeart/2016/7/layout/BasicLinearProcessNumbered"/>
    <dgm:cxn modelId="{D685CEB8-7B68-4AF7-887B-AC06A7979D2F}" srcId="{484C6EE6-7DF1-44F6-BCD7-E2655E27D3B7}" destId="{EDE0B78E-C492-44F8-BD97-1699411BFF80}" srcOrd="1" destOrd="0" parTransId="{8624A527-B881-4741-A5F2-3421A91FEBA1}" sibTransId="{427F9CD3-7754-44B1-B487-5C3D4051DB1B}"/>
    <dgm:cxn modelId="{B7D0F3BD-DDFE-4BFC-BC5E-6DA0247A0298}" srcId="{484C6EE6-7DF1-44F6-BCD7-E2655E27D3B7}" destId="{6CE58885-1202-4540-AC21-BB5924013B24}" srcOrd="2" destOrd="0" parTransId="{1A2B564B-0703-4933-BD2C-13E822A641C2}" sibTransId="{D82C0041-098A-4DB7-8386-EA6A32B87D77}"/>
    <dgm:cxn modelId="{B050DAD5-7DC1-4B56-843A-A60258CAB4B6}" type="presOf" srcId="{6CE58885-1202-4540-AC21-BB5924013B24}" destId="{19F56E3B-375C-46F3-808B-70B850317FFC}" srcOrd="1" destOrd="0" presId="urn:microsoft.com/office/officeart/2016/7/layout/BasicLinearProcessNumbered"/>
    <dgm:cxn modelId="{3FC448D7-EBBF-411B-B6A3-4309947DE77E}" type="presOf" srcId="{6CE58885-1202-4540-AC21-BB5924013B24}" destId="{3B382C85-34E8-4BEF-AA6D-160A7E6DE13B}" srcOrd="0" destOrd="0" presId="urn:microsoft.com/office/officeart/2016/7/layout/BasicLinearProcessNumbered"/>
    <dgm:cxn modelId="{3B64DBDC-28B4-4B0C-AEC3-95A70C294E57}" type="presOf" srcId="{F7C4D031-F130-4A82-904D-B35C2E4852A8}" destId="{BAF11AE9-CB95-4B98-A48B-0DFE67CD9320}" srcOrd="0" destOrd="0" presId="urn:microsoft.com/office/officeart/2016/7/layout/BasicLinearProcessNumbered"/>
    <dgm:cxn modelId="{2C68F4DF-DFB0-4897-849B-29C6C7A88591}" type="presOf" srcId="{6048610B-2968-4963-B3E1-51B121DD211C}" destId="{CFA0402A-F8E6-4637-B0C2-0168AF2C5F43}" srcOrd="1" destOrd="0" presId="urn:microsoft.com/office/officeart/2016/7/layout/BasicLinearProcessNumbered"/>
    <dgm:cxn modelId="{FEB015EC-D8D6-45B3-87E7-64FFD0557E37}" srcId="{484C6EE6-7DF1-44F6-BCD7-E2655E27D3B7}" destId="{6048610B-2968-4963-B3E1-51B121DD211C}" srcOrd="4" destOrd="0" parTransId="{F226946A-D996-4A85-90F6-9AC0C5F90A11}" sibTransId="{32BC48BB-7E95-4004-9185-9A4BE6BCE752}"/>
    <dgm:cxn modelId="{D36994F9-717E-4BB9-8963-914156CE9663}" type="presOf" srcId="{484C6EE6-7DF1-44F6-BCD7-E2655E27D3B7}" destId="{551C3684-7070-45EC-A7D4-3B8EC29902AE}" srcOrd="0" destOrd="0" presId="urn:microsoft.com/office/officeart/2016/7/layout/BasicLinearProcessNumbered"/>
    <dgm:cxn modelId="{DE930566-2AE4-4CAA-9D61-D52C2FA2704C}" type="presParOf" srcId="{551C3684-7070-45EC-A7D4-3B8EC29902AE}" destId="{907B9B07-811C-4471-BA5A-8A9C813D7D0B}" srcOrd="0" destOrd="0" presId="urn:microsoft.com/office/officeart/2016/7/layout/BasicLinearProcessNumbered"/>
    <dgm:cxn modelId="{4E2A0A8A-5E4C-4126-A143-A131FA0CCF55}" type="presParOf" srcId="{907B9B07-811C-4471-BA5A-8A9C813D7D0B}" destId="{9F4D5C3B-23BB-4E71-A974-EE41BBA924DF}" srcOrd="0" destOrd="0" presId="urn:microsoft.com/office/officeart/2016/7/layout/BasicLinearProcessNumbered"/>
    <dgm:cxn modelId="{D51A2AB6-4901-4D4C-9A90-84B53C26BADC}" type="presParOf" srcId="{907B9B07-811C-4471-BA5A-8A9C813D7D0B}" destId="{AE0FA8B8-1276-48DE-908E-3D3EEBC27B5C}" srcOrd="1" destOrd="0" presId="urn:microsoft.com/office/officeart/2016/7/layout/BasicLinearProcessNumbered"/>
    <dgm:cxn modelId="{2695DD19-6526-4242-A47A-4C763AA296B6}" type="presParOf" srcId="{907B9B07-811C-4471-BA5A-8A9C813D7D0B}" destId="{6580E422-3C17-4179-B119-2D4EA9587E8A}" srcOrd="2" destOrd="0" presId="urn:microsoft.com/office/officeart/2016/7/layout/BasicLinearProcessNumbered"/>
    <dgm:cxn modelId="{79FD4000-30C8-4E48-BD4F-2C1EE8FA8C03}" type="presParOf" srcId="{907B9B07-811C-4471-BA5A-8A9C813D7D0B}" destId="{C5F4CBB1-5F3D-4F01-868B-3D2ACDE3D5EE}" srcOrd="3" destOrd="0" presId="urn:microsoft.com/office/officeart/2016/7/layout/BasicLinearProcessNumbered"/>
    <dgm:cxn modelId="{3EF1C91C-7FEC-4D8E-8408-7794A240C0BB}" type="presParOf" srcId="{551C3684-7070-45EC-A7D4-3B8EC29902AE}" destId="{48FDF923-C2ED-4ECE-9E18-4EA4BAC1B57F}" srcOrd="1" destOrd="0" presId="urn:microsoft.com/office/officeart/2016/7/layout/BasicLinearProcessNumbered"/>
    <dgm:cxn modelId="{F395D904-ADE6-46CE-ABB8-F13787DBDAE5}" type="presParOf" srcId="{551C3684-7070-45EC-A7D4-3B8EC29902AE}" destId="{3161E813-5AAB-4033-A0CB-992D96B108A7}" srcOrd="2" destOrd="0" presId="urn:microsoft.com/office/officeart/2016/7/layout/BasicLinearProcessNumbered"/>
    <dgm:cxn modelId="{D037CE0B-BE0C-4202-90D7-84904EE8F6C6}" type="presParOf" srcId="{3161E813-5AAB-4033-A0CB-992D96B108A7}" destId="{22D532BC-5636-4F62-810F-F7DC41D8B6C7}" srcOrd="0" destOrd="0" presId="urn:microsoft.com/office/officeart/2016/7/layout/BasicLinearProcessNumbered"/>
    <dgm:cxn modelId="{E5E5545D-0E0B-4C2A-874F-553194E56319}" type="presParOf" srcId="{3161E813-5AAB-4033-A0CB-992D96B108A7}" destId="{45F45A08-3873-4F5B-A18B-BD8AAC0AFF86}" srcOrd="1" destOrd="0" presId="urn:microsoft.com/office/officeart/2016/7/layout/BasicLinearProcessNumbered"/>
    <dgm:cxn modelId="{82706D16-D651-4402-A8F9-332E9E1E454E}" type="presParOf" srcId="{3161E813-5AAB-4033-A0CB-992D96B108A7}" destId="{02387A11-B4F6-401D-A32C-CEE512A19C2E}" srcOrd="2" destOrd="0" presId="urn:microsoft.com/office/officeart/2016/7/layout/BasicLinearProcessNumbered"/>
    <dgm:cxn modelId="{FC2D7F99-FCBA-4D56-9C1E-86A562B6F9B9}" type="presParOf" srcId="{3161E813-5AAB-4033-A0CB-992D96B108A7}" destId="{8F2D9391-40C3-4D92-A61E-F6254F83E14F}" srcOrd="3" destOrd="0" presId="urn:microsoft.com/office/officeart/2016/7/layout/BasicLinearProcessNumbered"/>
    <dgm:cxn modelId="{234307F3-1825-4FA0-A989-C99FE68EF511}" type="presParOf" srcId="{551C3684-7070-45EC-A7D4-3B8EC29902AE}" destId="{2C53EB59-AABC-4897-BE61-C9A714DB2C1F}" srcOrd="3" destOrd="0" presId="urn:microsoft.com/office/officeart/2016/7/layout/BasicLinearProcessNumbered"/>
    <dgm:cxn modelId="{1553BED9-B294-450A-B369-610741DBC27F}" type="presParOf" srcId="{551C3684-7070-45EC-A7D4-3B8EC29902AE}" destId="{605C163E-F434-471E-B7E8-4FD5A6169EE7}" srcOrd="4" destOrd="0" presId="urn:microsoft.com/office/officeart/2016/7/layout/BasicLinearProcessNumbered"/>
    <dgm:cxn modelId="{9D0A24C6-348F-4E46-AA3B-36E0A746E9F4}" type="presParOf" srcId="{605C163E-F434-471E-B7E8-4FD5A6169EE7}" destId="{3B382C85-34E8-4BEF-AA6D-160A7E6DE13B}" srcOrd="0" destOrd="0" presId="urn:microsoft.com/office/officeart/2016/7/layout/BasicLinearProcessNumbered"/>
    <dgm:cxn modelId="{88B7F491-1BA2-4564-843E-98D6AC64117E}" type="presParOf" srcId="{605C163E-F434-471E-B7E8-4FD5A6169EE7}" destId="{C6330D80-D8CE-4490-8A1C-40893A5D13D4}" srcOrd="1" destOrd="0" presId="urn:microsoft.com/office/officeart/2016/7/layout/BasicLinearProcessNumbered"/>
    <dgm:cxn modelId="{7B02C3C7-C220-42D0-9B81-7BFD898598AA}" type="presParOf" srcId="{605C163E-F434-471E-B7E8-4FD5A6169EE7}" destId="{7C0B34B0-85A9-4302-A52A-BAC5311D7178}" srcOrd="2" destOrd="0" presId="urn:microsoft.com/office/officeart/2016/7/layout/BasicLinearProcessNumbered"/>
    <dgm:cxn modelId="{5E0B6752-12D4-4E73-BB69-4F8DAF34EC95}" type="presParOf" srcId="{605C163E-F434-471E-B7E8-4FD5A6169EE7}" destId="{19F56E3B-375C-46F3-808B-70B850317FFC}" srcOrd="3" destOrd="0" presId="urn:microsoft.com/office/officeart/2016/7/layout/BasicLinearProcessNumbered"/>
    <dgm:cxn modelId="{895388CD-2E46-4FD0-A6E4-D243D728999D}" type="presParOf" srcId="{551C3684-7070-45EC-A7D4-3B8EC29902AE}" destId="{47ECC0EF-FC65-4F03-8D8C-32E3ED8067BB}" srcOrd="5" destOrd="0" presId="urn:microsoft.com/office/officeart/2016/7/layout/BasicLinearProcessNumbered"/>
    <dgm:cxn modelId="{8FB8AFA0-BA6D-4F4D-AA00-B0D0280A98DC}" type="presParOf" srcId="{551C3684-7070-45EC-A7D4-3B8EC29902AE}" destId="{E0E4C354-531D-4B96-9E5A-FD074D626C72}" srcOrd="6" destOrd="0" presId="urn:microsoft.com/office/officeart/2016/7/layout/BasicLinearProcessNumbered"/>
    <dgm:cxn modelId="{4DDD4DEA-C016-44E0-B5AD-84008B248061}" type="presParOf" srcId="{E0E4C354-531D-4B96-9E5A-FD074D626C72}" destId="{4B301C83-CE76-43F4-A967-47135370C5C8}" srcOrd="0" destOrd="0" presId="urn:microsoft.com/office/officeart/2016/7/layout/BasicLinearProcessNumbered"/>
    <dgm:cxn modelId="{7B668000-5138-4E43-83B3-E946362D41FB}" type="presParOf" srcId="{E0E4C354-531D-4B96-9E5A-FD074D626C72}" destId="{BAF11AE9-CB95-4B98-A48B-0DFE67CD9320}" srcOrd="1" destOrd="0" presId="urn:microsoft.com/office/officeart/2016/7/layout/BasicLinearProcessNumbered"/>
    <dgm:cxn modelId="{9DD517B8-1A11-47F8-8B36-50930F977427}" type="presParOf" srcId="{E0E4C354-531D-4B96-9E5A-FD074D626C72}" destId="{2DFD8DAA-8E81-4A82-B65A-830E7AC0EFF5}" srcOrd="2" destOrd="0" presId="urn:microsoft.com/office/officeart/2016/7/layout/BasicLinearProcessNumbered"/>
    <dgm:cxn modelId="{167739C1-756B-47D8-9235-F68BBEFB4B78}" type="presParOf" srcId="{E0E4C354-531D-4B96-9E5A-FD074D626C72}" destId="{F3AAC846-1BE6-42D0-9C06-232C8D6CBCA3}" srcOrd="3" destOrd="0" presId="urn:microsoft.com/office/officeart/2016/7/layout/BasicLinearProcessNumbered"/>
    <dgm:cxn modelId="{ABB57879-D2CA-43F6-B5D1-64B33A065BAE}" type="presParOf" srcId="{551C3684-7070-45EC-A7D4-3B8EC29902AE}" destId="{BAFE713E-0E0D-4A37-8761-F0593BAEB409}" srcOrd="7" destOrd="0" presId="urn:microsoft.com/office/officeart/2016/7/layout/BasicLinearProcessNumbered"/>
    <dgm:cxn modelId="{D44E2430-525B-4576-9ADD-27A853A0883E}" type="presParOf" srcId="{551C3684-7070-45EC-A7D4-3B8EC29902AE}" destId="{DC4787DE-D5AE-42E8-805B-6BB8542D0F97}" srcOrd="8" destOrd="0" presId="urn:microsoft.com/office/officeart/2016/7/layout/BasicLinearProcessNumbered"/>
    <dgm:cxn modelId="{BD2F7C2C-518B-4BFD-9855-2803DECEC2C6}" type="presParOf" srcId="{DC4787DE-D5AE-42E8-805B-6BB8542D0F97}" destId="{661A0A92-7BAE-47DE-A285-BD43A9F936B2}" srcOrd="0" destOrd="0" presId="urn:microsoft.com/office/officeart/2016/7/layout/BasicLinearProcessNumbered"/>
    <dgm:cxn modelId="{000E939E-E622-4AB3-B871-510611C1D77C}" type="presParOf" srcId="{DC4787DE-D5AE-42E8-805B-6BB8542D0F97}" destId="{57BE4D68-6E29-4752-A8F7-55374CBA5641}" srcOrd="1" destOrd="0" presId="urn:microsoft.com/office/officeart/2016/7/layout/BasicLinearProcessNumbered"/>
    <dgm:cxn modelId="{EC6D3C8B-3B38-445F-BA4B-C6698E1F0686}" type="presParOf" srcId="{DC4787DE-D5AE-42E8-805B-6BB8542D0F97}" destId="{8AB4D375-15F1-4581-836F-DEC32A532FE0}" srcOrd="2" destOrd="0" presId="urn:microsoft.com/office/officeart/2016/7/layout/BasicLinearProcessNumbered"/>
    <dgm:cxn modelId="{E5F83260-5F8D-46C0-A259-6ACB91B827CE}" type="presParOf" srcId="{DC4787DE-D5AE-42E8-805B-6BB8542D0F97}" destId="{CFA0402A-F8E6-4637-B0C2-0168AF2C5F4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031D5D-BC1E-47F7-A0C7-E90E29A92DB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A67B96-9118-4478-B333-9C80738DF5B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>
              <a:solidFill>
                <a:schemeClr val="bg1"/>
              </a:solidFill>
            </a:rPr>
            <a:t>Duru – Build server &amp; network share – finalized build scripts</a:t>
          </a:r>
          <a:endParaRPr lang="en-US">
            <a:solidFill>
              <a:schemeClr val="bg1"/>
            </a:solidFill>
          </a:endParaRPr>
        </a:p>
      </dgm:t>
    </dgm:pt>
    <dgm:pt modelId="{A26D8123-9A1F-4D2F-AC05-6AFD3280498D}" type="parTrans" cxnId="{318BC268-0A7A-419E-A5CE-CD0949C4B648}">
      <dgm:prSet/>
      <dgm:spPr/>
      <dgm:t>
        <a:bodyPr/>
        <a:lstStyle/>
        <a:p>
          <a:endParaRPr lang="en-US"/>
        </a:p>
      </dgm:t>
    </dgm:pt>
    <dgm:pt modelId="{9C35034B-59D2-4567-8355-C8B5B1E88C96}" type="sibTrans" cxnId="{318BC268-0A7A-419E-A5CE-CD0949C4B648}">
      <dgm:prSet/>
      <dgm:spPr/>
      <dgm:t>
        <a:bodyPr/>
        <a:lstStyle/>
        <a:p>
          <a:endParaRPr lang="en-US"/>
        </a:p>
      </dgm:t>
    </dgm:pt>
    <dgm:pt modelId="{D90D0DA9-D712-471C-B3E3-CD6F6F9381B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>
              <a:solidFill>
                <a:schemeClr val="bg1"/>
              </a:solidFill>
            </a:rPr>
            <a:t>Jordan – Working prototype</a:t>
          </a:r>
          <a:endParaRPr lang="en-US">
            <a:solidFill>
              <a:schemeClr val="bg1"/>
            </a:solidFill>
          </a:endParaRPr>
        </a:p>
      </dgm:t>
    </dgm:pt>
    <dgm:pt modelId="{0E7E84BF-7B89-4732-90BF-A02B644807DF}" type="parTrans" cxnId="{20CDC0C7-5190-44CC-962F-911426489240}">
      <dgm:prSet/>
      <dgm:spPr/>
      <dgm:t>
        <a:bodyPr/>
        <a:lstStyle/>
        <a:p>
          <a:endParaRPr lang="en-US"/>
        </a:p>
      </dgm:t>
    </dgm:pt>
    <dgm:pt modelId="{481B3A15-52DF-4FA9-966D-8307AF8749CD}" type="sibTrans" cxnId="{20CDC0C7-5190-44CC-962F-911426489240}">
      <dgm:prSet/>
      <dgm:spPr/>
      <dgm:t>
        <a:bodyPr/>
        <a:lstStyle/>
        <a:p>
          <a:endParaRPr lang="en-US"/>
        </a:p>
      </dgm:t>
    </dgm:pt>
    <dgm:pt modelId="{2A525E29-EFD3-4F4E-832D-840315226A5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>
              <a:solidFill>
                <a:schemeClr val="bg1"/>
              </a:solidFill>
            </a:rPr>
            <a:t>Katie – Finalized production server scripts </a:t>
          </a:r>
          <a:endParaRPr lang="en-US">
            <a:solidFill>
              <a:schemeClr val="bg1"/>
            </a:solidFill>
          </a:endParaRPr>
        </a:p>
      </dgm:t>
    </dgm:pt>
    <dgm:pt modelId="{63145747-64C4-4262-8829-53736490791F}" type="parTrans" cxnId="{0EEDB449-E320-4607-9ECC-405321609DED}">
      <dgm:prSet/>
      <dgm:spPr/>
      <dgm:t>
        <a:bodyPr/>
        <a:lstStyle/>
        <a:p>
          <a:endParaRPr lang="en-US"/>
        </a:p>
      </dgm:t>
    </dgm:pt>
    <dgm:pt modelId="{BBEBD5D5-CD98-4411-8B61-826572BA2C77}" type="sibTrans" cxnId="{0EEDB449-E320-4607-9ECC-405321609DED}">
      <dgm:prSet/>
      <dgm:spPr/>
      <dgm:t>
        <a:bodyPr/>
        <a:lstStyle/>
        <a:p>
          <a:endParaRPr lang="en-US"/>
        </a:p>
      </dgm:t>
    </dgm:pt>
    <dgm:pt modelId="{638503CD-08D8-4D8F-B0BE-B21FDA20DB30}" type="pres">
      <dgm:prSet presAssocID="{70031D5D-BC1E-47F7-A0C7-E90E29A92DBD}" presName="root" presStyleCnt="0">
        <dgm:presLayoutVars>
          <dgm:dir/>
          <dgm:resizeHandles val="exact"/>
        </dgm:presLayoutVars>
      </dgm:prSet>
      <dgm:spPr/>
    </dgm:pt>
    <dgm:pt modelId="{DCD977BB-9338-4CCE-A4C1-8FD8683D6FC9}" type="pres">
      <dgm:prSet presAssocID="{89A67B96-9118-4478-B333-9C80738DF5B8}" presName="compNode" presStyleCnt="0"/>
      <dgm:spPr/>
    </dgm:pt>
    <dgm:pt modelId="{56039D6B-F620-4FDA-9C69-39F4DF419BBF}" type="pres">
      <dgm:prSet presAssocID="{89A67B96-9118-4478-B333-9C80738DF5B8}" presName="bgRect" presStyleLbl="bgShp" presStyleIdx="0" presStyleCnt="3"/>
      <dgm:spPr>
        <a:ln>
          <a:solidFill>
            <a:schemeClr val="bg1"/>
          </a:solidFill>
        </a:ln>
      </dgm:spPr>
    </dgm:pt>
    <dgm:pt modelId="{3298057D-1EB0-4A90-8FFB-A48B4C4BD3B3}" type="pres">
      <dgm:prSet presAssocID="{89A67B96-9118-4478-B333-9C80738DF5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solidFill>
            <a:schemeClr val="accent2"/>
          </a:solidFill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F091092-B797-4C04-9BD8-8C4289C1201A}" type="pres">
      <dgm:prSet presAssocID="{89A67B96-9118-4478-B333-9C80738DF5B8}" presName="spaceRect" presStyleCnt="0"/>
      <dgm:spPr/>
    </dgm:pt>
    <dgm:pt modelId="{8E21627C-2F1F-47E5-9B64-70D5E98A2DB2}" type="pres">
      <dgm:prSet presAssocID="{89A67B96-9118-4478-B333-9C80738DF5B8}" presName="parTx" presStyleLbl="revTx" presStyleIdx="0" presStyleCnt="3">
        <dgm:presLayoutVars>
          <dgm:chMax val="0"/>
          <dgm:chPref val="0"/>
        </dgm:presLayoutVars>
      </dgm:prSet>
      <dgm:spPr/>
    </dgm:pt>
    <dgm:pt modelId="{4677C600-94D4-4AAB-BF18-C8ACD5EC18EC}" type="pres">
      <dgm:prSet presAssocID="{9C35034B-59D2-4567-8355-C8B5B1E88C96}" presName="sibTrans" presStyleCnt="0"/>
      <dgm:spPr/>
    </dgm:pt>
    <dgm:pt modelId="{1B938E58-1E5B-40AD-8574-4AF421E0387F}" type="pres">
      <dgm:prSet presAssocID="{D90D0DA9-D712-471C-B3E3-CD6F6F9381B6}" presName="compNode" presStyleCnt="0"/>
      <dgm:spPr/>
    </dgm:pt>
    <dgm:pt modelId="{16AD9AB5-91EE-4488-8B29-0B2C453536A6}" type="pres">
      <dgm:prSet presAssocID="{D90D0DA9-D712-471C-B3E3-CD6F6F9381B6}" presName="bgRect" presStyleLbl="bgShp" presStyleIdx="1" presStyleCnt="3"/>
      <dgm:spPr/>
    </dgm:pt>
    <dgm:pt modelId="{1F417C8F-D953-4A6E-8E36-0804F74E0CDF}" type="pres">
      <dgm:prSet presAssocID="{D90D0DA9-D712-471C-B3E3-CD6F6F9381B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chemeClr val="accent2"/>
          </a:solidFill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A1A7DA4-059F-47B3-A09A-AB7B35CF96EE}" type="pres">
      <dgm:prSet presAssocID="{D90D0DA9-D712-471C-B3E3-CD6F6F9381B6}" presName="spaceRect" presStyleCnt="0"/>
      <dgm:spPr/>
    </dgm:pt>
    <dgm:pt modelId="{B83DE828-3B70-4294-8C16-0AAED61B65DE}" type="pres">
      <dgm:prSet presAssocID="{D90D0DA9-D712-471C-B3E3-CD6F6F9381B6}" presName="parTx" presStyleLbl="revTx" presStyleIdx="1" presStyleCnt="3">
        <dgm:presLayoutVars>
          <dgm:chMax val="0"/>
          <dgm:chPref val="0"/>
        </dgm:presLayoutVars>
      </dgm:prSet>
      <dgm:spPr/>
    </dgm:pt>
    <dgm:pt modelId="{4201F9E2-9E96-437E-8E14-25C0F45A8443}" type="pres">
      <dgm:prSet presAssocID="{481B3A15-52DF-4FA9-966D-8307AF8749CD}" presName="sibTrans" presStyleCnt="0"/>
      <dgm:spPr/>
    </dgm:pt>
    <dgm:pt modelId="{E668E383-F96B-4D45-A4F1-EF0CD0E50C29}" type="pres">
      <dgm:prSet presAssocID="{2A525E29-EFD3-4F4E-832D-840315226A54}" presName="compNode" presStyleCnt="0"/>
      <dgm:spPr/>
    </dgm:pt>
    <dgm:pt modelId="{73C4516E-89AA-4632-AEC7-553DF0FD15DE}" type="pres">
      <dgm:prSet presAssocID="{2A525E29-EFD3-4F4E-832D-840315226A54}" presName="bgRect" presStyleLbl="bgShp" presStyleIdx="2" presStyleCnt="3"/>
      <dgm:spPr>
        <a:ln>
          <a:noFill/>
        </a:ln>
      </dgm:spPr>
    </dgm:pt>
    <dgm:pt modelId="{1452E676-4B01-4AD1-8A2B-E32B42E1324F}" type="pres">
      <dgm:prSet presAssocID="{2A525E29-EFD3-4F4E-832D-840315226A5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solidFill>
            <a:schemeClr val="accent2"/>
          </a:solidFill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DB28040-1276-4E4F-B941-73CC12B985A8}" type="pres">
      <dgm:prSet presAssocID="{2A525E29-EFD3-4F4E-832D-840315226A54}" presName="spaceRect" presStyleCnt="0"/>
      <dgm:spPr/>
    </dgm:pt>
    <dgm:pt modelId="{A97730F2-FCAD-4E71-9D4F-FAD82032BD04}" type="pres">
      <dgm:prSet presAssocID="{2A525E29-EFD3-4F4E-832D-840315226A5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A055C04-AD31-4EC3-B73E-E02961674905}" type="presOf" srcId="{2A525E29-EFD3-4F4E-832D-840315226A54}" destId="{A97730F2-FCAD-4E71-9D4F-FAD82032BD04}" srcOrd="0" destOrd="0" presId="urn:microsoft.com/office/officeart/2018/2/layout/IconVerticalSolidList"/>
    <dgm:cxn modelId="{4B07B81A-6ED8-4C91-8A11-416E708838E0}" type="presOf" srcId="{70031D5D-BC1E-47F7-A0C7-E90E29A92DBD}" destId="{638503CD-08D8-4D8F-B0BE-B21FDA20DB30}" srcOrd="0" destOrd="0" presId="urn:microsoft.com/office/officeart/2018/2/layout/IconVerticalSolidList"/>
    <dgm:cxn modelId="{60AE1F34-63D2-4BA7-86B6-8C15CC255499}" type="presOf" srcId="{89A67B96-9118-4478-B333-9C80738DF5B8}" destId="{8E21627C-2F1F-47E5-9B64-70D5E98A2DB2}" srcOrd="0" destOrd="0" presId="urn:microsoft.com/office/officeart/2018/2/layout/IconVerticalSolidList"/>
    <dgm:cxn modelId="{318BC268-0A7A-419E-A5CE-CD0949C4B648}" srcId="{70031D5D-BC1E-47F7-A0C7-E90E29A92DBD}" destId="{89A67B96-9118-4478-B333-9C80738DF5B8}" srcOrd="0" destOrd="0" parTransId="{A26D8123-9A1F-4D2F-AC05-6AFD3280498D}" sibTransId="{9C35034B-59D2-4567-8355-C8B5B1E88C96}"/>
    <dgm:cxn modelId="{0EEDB449-E320-4607-9ECC-405321609DED}" srcId="{70031D5D-BC1E-47F7-A0C7-E90E29A92DBD}" destId="{2A525E29-EFD3-4F4E-832D-840315226A54}" srcOrd="2" destOrd="0" parTransId="{63145747-64C4-4262-8829-53736490791F}" sibTransId="{BBEBD5D5-CD98-4411-8B61-826572BA2C77}"/>
    <dgm:cxn modelId="{20CDC0C7-5190-44CC-962F-911426489240}" srcId="{70031D5D-BC1E-47F7-A0C7-E90E29A92DBD}" destId="{D90D0DA9-D712-471C-B3E3-CD6F6F9381B6}" srcOrd="1" destOrd="0" parTransId="{0E7E84BF-7B89-4732-90BF-A02B644807DF}" sibTransId="{481B3A15-52DF-4FA9-966D-8307AF8749CD}"/>
    <dgm:cxn modelId="{28C6C3EB-DB2A-4783-B1E2-00555514D742}" type="presOf" srcId="{D90D0DA9-D712-471C-B3E3-CD6F6F9381B6}" destId="{B83DE828-3B70-4294-8C16-0AAED61B65DE}" srcOrd="0" destOrd="0" presId="urn:microsoft.com/office/officeart/2018/2/layout/IconVerticalSolidList"/>
    <dgm:cxn modelId="{2B4A520C-7820-4FFB-88F1-2C87108C6263}" type="presParOf" srcId="{638503CD-08D8-4D8F-B0BE-B21FDA20DB30}" destId="{DCD977BB-9338-4CCE-A4C1-8FD8683D6FC9}" srcOrd="0" destOrd="0" presId="urn:microsoft.com/office/officeart/2018/2/layout/IconVerticalSolidList"/>
    <dgm:cxn modelId="{8510F88C-0443-4216-B4F2-799B006C4262}" type="presParOf" srcId="{DCD977BB-9338-4CCE-A4C1-8FD8683D6FC9}" destId="{56039D6B-F620-4FDA-9C69-39F4DF419BBF}" srcOrd="0" destOrd="0" presId="urn:microsoft.com/office/officeart/2018/2/layout/IconVerticalSolidList"/>
    <dgm:cxn modelId="{73608A8A-8EF9-44A5-85E2-97A672F0FEFD}" type="presParOf" srcId="{DCD977BB-9338-4CCE-A4C1-8FD8683D6FC9}" destId="{3298057D-1EB0-4A90-8FFB-A48B4C4BD3B3}" srcOrd="1" destOrd="0" presId="urn:microsoft.com/office/officeart/2018/2/layout/IconVerticalSolidList"/>
    <dgm:cxn modelId="{E00D80FA-174A-4633-9797-EFCE09EE0212}" type="presParOf" srcId="{DCD977BB-9338-4CCE-A4C1-8FD8683D6FC9}" destId="{CF091092-B797-4C04-9BD8-8C4289C1201A}" srcOrd="2" destOrd="0" presId="urn:microsoft.com/office/officeart/2018/2/layout/IconVerticalSolidList"/>
    <dgm:cxn modelId="{52ED8FE4-5F4D-4245-A7EC-522A9A0B272C}" type="presParOf" srcId="{DCD977BB-9338-4CCE-A4C1-8FD8683D6FC9}" destId="{8E21627C-2F1F-47E5-9B64-70D5E98A2DB2}" srcOrd="3" destOrd="0" presId="urn:microsoft.com/office/officeart/2018/2/layout/IconVerticalSolidList"/>
    <dgm:cxn modelId="{0655448D-7D9B-4B41-9172-3986E956DC0C}" type="presParOf" srcId="{638503CD-08D8-4D8F-B0BE-B21FDA20DB30}" destId="{4677C600-94D4-4AAB-BF18-C8ACD5EC18EC}" srcOrd="1" destOrd="0" presId="urn:microsoft.com/office/officeart/2018/2/layout/IconVerticalSolidList"/>
    <dgm:cxn modelId="{E22E55DA-DE39-438F-A78B-6E5A46262C0C}" type="presParOf" srcId="{638503CD-08D8-4D8F-B0BE-B21FDA20DB30}" destId="{1B938E58-1E5B-40AD-8574-4AF421E0387F}" srcOrd="2" destOrd="0" presId="urn:microsoft.com/office/officeart/2018/2/layout/IconVerticalSolidList"/>
    <dgm:cxn modelId="{1B401E4B-AD1A-4B49-9C67-D107A31744E6}" type="presParOf" srcId="{1B938E58-1E5B-40AD-8574-4AF421E0387F}" destId="{16AD9AB5-91EE-4488-8B29-0B2C453536A6}" srcOrd="0" destOrd="0" presId="urn:microsoft.com/office/officeart/2018/2/layout/IconVerticalSolidList"/>
    <dgm:cxn modelId="{826147AA-B701-4CB2-8FE8-EA0B925E7DBF}" type="presParOf" srcId="{1B938E58-1E5B-40AD-8574-4AF421E0387F}" destId="{1F417C8F-D953-4A6E-8E36-0804F74E0CDF}" srcOrd="1" destOrd="0" presId="urn:microsoft.com/office/officeart/2018/2/layout/IconVerticalSolidList"/>
    <dgm:cxn modelId="{7A59EBA0-C642-4126-A1B4-0250188833C8}" type="presParOf" srcId="{1B938E58-1E5B-40AD-8574-4AF421E0387F}" destId="{BA1A7DA4-059F-47B3-A09A-AB7B35CF96EE}" srcOrd="2" destOrd="0" presId="urn:microsoft.com/office/officeart/2018/2/layout/IconVerticalSolidList"/>
    <dgm:cxn modelId="{0EE477E3-20A6-44BE-91BF-117178FE57D3}" type="presParOf" srcId="{1B938E58-1E5B-40AD-8574-4AF421E0387F}" destId="{B83DE828-3B70-4294-8C16-0AAED61B65DE}" srcOrd="3" destOrd="0" presId="urn:microsoft.com/office/officeart/2018/2/layout/IconVerticalSolidList"/>
    <dgm:cxn modelId="{A25CCF30-5B4C-4E16-9E17-7F8EE3D96CF9}" type="presParOf" srcId="{638503CD-08D8-4D8F-B0BE-B21FDA20DB30}" destId="{4201F9E2-9E96-437E-8E14-25C0F45A8443}" srcOrd="3" destOrd="0" presId="urn:microsoft.com/office/officeart/2018/2/layout/IconVerticalSolidList"/>
    <dgm:cxn modelId="{8200AC72-FE74-454C-A609-EC6807EDB6E9}" type="presParOf" srcId="{638503CD-08D8-4D8F-B0BE-B21FDA20DB30}" destId="{E668E383-F96B-4D45-A4F1-EF0CD0E50C29}" srcOrd="4" destOrd="0" presId="urn:microsoft.com/office/officeart/2018/2/layout/IconVerticalSolidList"/>
    <dgm:cxn modelId="{EF188959-8DD9-4440-B10B-0C4DD2B47658}" type="presParOf" srcId="{E668E383-F96B-4D45-A4F1-EF0CD0E50C29}" destId="{73C4516E-89AA-4632-AEC7-553DF0FD15DE}" srcOrd="0" destOrd="0" presId="urn:microsoft.com/office/officeart/2018/2/layout/IconVerticalSolidList"/>
    <dgm:cxn modelId="{9F90FBED-33EF-4E15-9B4D-DEC82382AF0A}" type="presParOf" srcId="{E668E383-F96B-4D45-A4F1-EF0CD0E50C29}" destId="{1452E676-4B01-4AD1-8A2B-E32B42E1324F}" srcOrd="1" destOrd="0" presId="urn:microsoft.com/office/officeart/2018/2/layout/IconVerticalSolidList"/>
    <dgm:cxn modelId="{0A16BC82-CB86-4ECF-A13A-73812CA0A833}" type="presParOf" srcId="{E668E383-F96B-4D45-A4F1-EF0CD0E50C29}" destId="{2DB28040-1276-4E4F-B941-73CC12B985A8}" srcOrd="2" destOrd="0" presId="urn:microsoft.com/office/officeart/2018/2/layout/IconVerticalSolidList"/>
    <dgm:cxn modelId="{C2CCDB2A-2D21-468E-A145-73A908A88D52}" type="presParOf" srcId="{E668E383-F96B-4D45-A4F1-EF0CD0E50C29}" destId="{A97730F2-FCAD-4E71-9D4F-FAD82032BD04}" srcOrd="3" destOrd="0" presId="urn:microsoft.com/office/officeart/2018/2/layout/IconVerticalSolidList"/>
  </dgm:cxnLst>
  <dgm:bg>
    <a:solidFill>
      <a:schemeClr val="bg1">
        <a:lumMod val="85000"/>
        <a:lumOff val="15000"/>
      </a:schemeClr>
    </a:solidFill>
  </dgm:bg>
  <dgm:whole>
    <a:ln>
      <a:solidFill>
        <a:schemeClr val="accent5">
          <a:lumMod val="5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A4E6E-7062-40BC-97AD-2FDD1D3D7CB6}">
      <dsp:nvSpPr>
        <dsp:cNvPr id="0" name=""/>
        <dsp:cNvSpPr/>
      </dsp:nvSpPr>
      <dsp:spPr>
        <a:xfrm>
          <a:off x="1940596" y="876"/>
          <a:ext cx="1544529" cy="10039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"/>
            </a:rPr>
            <a:t>Devs Create Code</a:t>
          </a:r>
        </a:p>
      </dsp:txBody>
      <dsp:txXfrm>
        <a:off x="1989605" y="49885"/>
        <a:ext cx="1446511" cy="905926"/>
      </dsp:txXfrm>
    </dsp:sp>
    <dsp:sp modelId="{52CFCEE2-BF08-4BD8-83C7-947CDC24EF43}">
      <dsp:nvSpPr>
        <dsp:cNvPr id="0" name=""/>
        <dsp:cNvSpPr/>
      </dsp:nvSpPr>
      <dsp:spPr>
        <a:xfrm>
          <a:off x="1055298" y="502848"/>
          <a:ext cx="3315125" cy="3315125"/>
        </a:xfrm>
        <a:custGeom>
          <a:avLst/>
          <a:gdLst/>
          <a:ahLst/>
          <a:cxnLst/>
          <a:rect l="0" t="0" r="0" b="0"/>
          <a:pathLst>
            <a:path>
              <a:moveTo>
                <a:pt x="2642723" y="324531"/>
              </a:moveTo>
              <a:arcTo wR="1657562" hR="1657562" stAng="18387948" swAng="1632541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B18B92-7784-45CB-AA01-F8B0D549F71F}">
      <dsp:nvSpPr>
        <dsp:cNvPr id="0" name=""/>
        <dsp:cNvSpPr/>
      </dsp:nvSpPr>
      <dsp:spPr>
        <a:xfrm>
          <a:off x="3598159" y="1658438"/>
          <a:ext cx="1544529" cy="1003944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"/>
            </a:rPr>
            <a:t>Git</a:t>
          </a:r>
          <a:endParaRPr lang="en-US" sz="1900" kern="1200"/>
        </a:p>
      </dsp:txBody>
      <dsp:txXfrm>
        <a:off x="3647168" y="1707447"/>
        <a:ext cx="1446511" cy="905926"/>
      </dsp:txXfrm>
    </dsp:sp>
    <dsp:sp modelId="{DB3397C3-AF11-4C42-9396-5B8C1CE352C7}">
      <dsp:nvSpPr>
        <dsp:cNvPr id="0" name=""/>
        <dsp:cNvSpPr/>
      </dsp:nvSpPr>
      <dsp:spPr>
        <a:xfrm>
          <a:off x="1055298" y="502848"/>
          <a:ext cx="3315125" cy="3315125"/>
        </a:xfrm>
        <a:custGeom>
          <a:avLst/>
          <a:gdLst/>
          <a:ahLst/>
          <a:cxnLst/>
          <a:rect l="0" t="0" r="0" b="0"/>
          <a:pathLst>
            <a:path>
              <a:moveTo>
                <a:pt x="3143222" y="2392634"/>
              </a:moveTo>
              <a:arcTo wR="1657562" hR="1657562" stAng="1579511" swAng="1632541"/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D67FF9-E8D0-4FD0-83CA-535F0D0E4988}">
      <dsp:nvSpPr>
        <dsp:cNvPr id="0" name=""/>
        <dsp:cNvSpPr/>
      </dsp:nvSpPr>
      <dsp:spPr>
        <a:xfrm>
          <a:off x="1940596" y="3316001"/>
          <a:ext cx="1544529" cy="1003944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"/>
            </a:rPr>
            <a:t>Build Server</a:t>
          </a:r>
          <a:endParaRPr lang="en-US" sz="1900" kern="1200"/>
        </a:p>
      </dsp:txBody>
      <dsp:txXfrm>
        <a:off x="1989605" y="3365010"/>
        <a:ext cx="1446511" cy="905926"/>
      </dsp:txXfrm>
    </dsp:sp>
    <dsp:sp modelId="{41735307-AE28-4C4E-AFC5-E7165CCA5C04}">
      <dsp:nvSpPr>
        <dsp:cNvPr id="0" name=""/>
        <dsp:cNvSpPr/>
      </dsp:nvSpPr>
      <dsp:spPr>
        <a:xfrm>
          <a:off x="1055298" y="502848"/>
          <a:ext cx="3315125" cy="3315125"/>
        </a:xfrm>
        <a:custGeom>
          <a:avLst/>
          <a:gdLst/>
          <a:ahLst/>
          <a:cxnLst/>
          <a:rect l="0" t="0" r="0" b="0"/>
          <a:pathLst>
            <a:path>
              <a:moveTo>
                <a:pt x="672402" y="2990594"/>
              </a:moveTo>
              <a:arcTo wR="1657562" hR="1657562" stAng="7587948" swAng="1632541"/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F7B01A-C374-410C-8C18-7B22A1013D13}">
      <dsp:nvSpPr>
        <dsp:cNvPr id="0" name=""/>
        <dsp:cNvSpPr/>
      </dsp:nvSpPr>
      <dsp:spPr>
        <a:xfrm>
          <a:off x="283033" y="1658438"/>
          <a:ext cx="1544529" cy="1003944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"/>
            </a:rPr>
            <a:t>Deployment Servers</a:t>
          </a:r>
        </a:p>
      </dsp:txBody>
      <dsp:txXfrm>
        <a:off x="332042" y="1707447"/>
        <a:ext cx="1446511" cy="905926"/>
      </dsp:txXfrm>
    </dsp:sp>
    <dsp:sp modelId="{06A0A428-BF25-4929-B31E-61D88E953858}">
      <dsp:nvSpPr>
        <dsp:cNvPr id="0" name=""/>
        <dsp:cNvSpPr/>
      </dsp:nvSpPr>
      <dsp:spPr>
        <a:xfrm>
          <a:off x="1055298" y="502848"/>
          <a:ext cx="3315125" cy="3315125"/>
        </a:xfrm>
        <a:custGeom>
          <a:avLst/>
          <a:gdLst/>
          <a:ahLst/>
          <a:cxnLst/>
          <a:rect l="0" t="0" r="0" b="0"/>
          <a:pathLst>
            <a:path>
              <a:moveTo>
                <a:pt x="171903" y="922491"/>
              </a:moveTo>
              <a:arcTo wR="1657562" hR="1657562" stAng="12379511" swAng="1632541"/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D5C3B-23BB-4E71-A974-EE41BBA924DF}">
      <dsp:nvSpPr>
        <dsp:cNvPr id="0" name=""/>
        <dsp:cNvSpPr/>
      </dsp:nvSpPr>
      <dsp:spPr>
        <a:xfrm>
          <a:off x="373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Pull</a:t>
          </a:r>
          <a:r>
            <a:rPr lang="en-US" sz="1500" kern="1200"/>
            <a:t> from GitHub / </a:t>
          </a:r>
          <a:r>
            <a:rPr lang="en-US" sz="1500" kern="1200" err="1"/>
            <a:t>DockerHub</a:t>
          </a:r>
          <a:endParaRPr lang="en-US" sz="1500" kern="1200"/>
        </a:p>
      </dsp:txBody>
      <dsp:txXfrm>
        <a:off x="3735" y="1504958"/>
        <a:ext cx="2022288" cy="1698722"/>
      </dsp:txXfrm>
    </dsp:sp>
    <dsp:sp modelId="{AE0FA8B8-1276-48DE-908E-3D3EEBC27B5C}">
      <dsp:nvSpPr>
        <dsp:cNvPr id="0" name=""/>
        <dsp:cNvSpPr/>
      </dsp:nvSpPr>
      <dsp:spPr>
        <a:xfrm>
          <a:off x="590198" y="7122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836606"/>
        <a:ext cx="600589" cy="600589"/>
      </dsp:txXfrm>
    </dsp:sp>
    <dsp:sp modelId="{6580E422-3C17-4179-B119-2D4EA9587E8A}">
      <dsp:nvSpPr>
        <dsp:cNvPr id="0" name=""/>
        <dsp:cNvSpPr/>
      </dsp:nvSpPr>
      <dsp:spPr>
        <a:xfrm>
          <a:off x="3735" y="32602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532BC-5636-4F62-810F-F7DC41D8B6C7}">
      <dsp:nvSpPr>
        <dsp:cNvPr id="0" name=""/>
        <dsp:cNvSpPr/>
      </dsp:nvSpPr>
      <dsp:spPr>
        <a:xfrm>
          <a:off x="2228252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Create Docker Image on Build Server</a:t>
          </a:r>
        </a:p>
      </dsp:txBody>
      <dsp:txXfrm>
        <a:off x="2228252" y="1504958"/>
        <a:ext cx="2022288" cy="1698722"/>
      </dsp:txXfrm>
    </dsp:sp>
    <dsp:sp modelId="{45F45A08-3873-4F5B-A18B-BD8AAC0AFF86}">
      <dsp:nvSpPr>
        <dsp:cNvPr id="0" name=""/>
        <dsp:cNvSpPr/>
      </dsp:nvSpPr>
      <dsp:spPr>
        <a:xfrm>
          <a:off x="2814716" y="7122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836606"/>
        <a:ext cx="600589" cy="600589"/>
      </dsp:txXfrm>
    </dsp:sp>
    <dsp:sp modelId="{02387A11-B4F6-401D-A32C-CEE512A19C2E}">
      <dsp:nvSpPr>
        <dsp:cNvPr id="0" name=""/>
        <dsp:cNvSpPr/>
      </dsp:nvSpPr>
      <dsp:spPr>
        <a:xfrm>
          <a:off x="2228252" y="32602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82C85-34E8-4BEF-AA6D-160A7E6DE13B}">
      <dsp:nvSpPr>
        <dsp:cNvPr id="0" name=""/>
        <dsp:cNvSpPr/>
      </dsp:nvSpPr>
      <dsp:spPr>
        <a:xfrm>
          <a:off x="4452770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Pull</a:t>
          </a:r>
          <a:r>
            <a:rPr lang="en-US" sz="1500" kern="1200"/>
            <a:t> image(s) then Create Container(s) in Deployment Servers</a:t>
          </a:r>
        </a:p>
      </dsp:txBody>
      <dsp:txXfrm>
        <a:off x="4452770" y="1504958"/>
        <a:ext cx="2022288" cy="1698722"/>
      </dsp:txXfrm>
    </dsp:sp>
    <dsp:sp modelId="{C6330D80-D8CE-4490-8A1C-40893A5D13D4}">
      <dsp:nvSpPr>
        <dsp:cNvPr id="0" name=""/>
        <dsp:cNvSpPr/>
      </dsp:nvSpPr>
      <dsp:spPr>
        <a:xfrm>
          <a:off x="5039233" y="7122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836606"/>
        <a:ext cx="600589" cy="600589"/>
      </dsp:txXfrm>
    </dsp:sp>
    <dsp:sp modelId="{7C0B34B0-85A9-4302-A52A-BAC5311D7178}">
      <dsp:nvSpPr>
        <dsp:cNvPr id="0" name=""/>
        <dsp:cNvSpPr/>
      </dsp:nvSpPr>
      <dsp:spPr>
        <a:xfrm>
          <a:off x="4452770" y="32602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01C83-CE76-43F4-A967-47135370C5C8}">
      <dsp:nvSpPr>
        <dsp:cNvPr id="0" name=""/>
        <dsp:cNvSpPr/>
      </dsp:nvSpPr>
      <dsp:spPr>
        <a:xfrm>
          <a:off x="6677287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Devs continue development, version tracking with Git</a:t>
          </a:r>
        </a:p>
      </dsp:txBody>
      <dsp:txXfrm>
        <a:off x="6677287" y="1504958"/>
        <a:ext cx="2022288" cy="1698722"/>
      </dsp:txXfrm>
    </dsp:sp>
    <dsp:sp modelId="{BAF11AE9-CB95-4B98-A48B-0DFE67CD9320}">
      <dsp:nvSpPr>
        <dsp:cNvPr id="0" name=""/>
        <dsp:cNvSpPr/>
      </dsp:nvSpPr>
      <dsp:spPr>
        <a:xfrm>
          <a:off x="7263751" y="7122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836606"/>
        <a:ext cx="600589" cy="600589"/>
      </dsp:txXfrm>
    </dsp:sp>
    <dsp:sp modelId="{2DFD8DAA-8E81-4A82-B65A-830E7AC0EFF5}">
      <dsp:nvSpPr>
        <dsp:cNvPr id="0" name=""/>
        <dsp:cNvSpPr/>
      </dsp:nvSpPr>
      <dsp:spPr>
        <a:xfrm>
          <a:off x="6677287" y="32602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A0A92-7BAE-47DE-A285-BD43A9F936B2}">
      <dsp:nvSpPr>
        <dsp:cNvPr id="0" name=""/>
        <dsp:cNvSpPr/>
      </dsp:nvSpPr>
      <dsp:spPr>
        <a:xfrm>
          <a:off x="890180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Return</a:t>
          </a:r>
          <a:r>
            <a:rPr lang="en-US" sz="1500" kern="1200"/>
            <a:t> to Step 1</a:t>
          </a:r>
        </a:p>
      </dsp:txBody>
      <dsp:txXfrm>
        <a:off x="8901805" y="1504958"/>
        <a:ext cx="2022288" cy="1698722"/>
      </dsp:txXfrm>
    </dsp:sp>
    <dsp:sp modelId="{57BE4D68-6E29-4752-A8F7-55374CBA5641}">
      <dsp:nvSpPr>
        <dsp:cNvPr id="0" name=""/>
        <dsp:cNvSpPr/>
      </dsp:nvSpPr>
      <dsp:spPr>
        <a:xfrm>
          <a:off x="9488268" y="7122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836606"/>
        <a:ext cx="600589" cy="600589"/>
      </dsp:txXfrm>
    </dsp:sp>
    <dsp:sp modelId="{8AB4D375-15F1-4581-836F-DEC32A532FE0}">
      <dsp:nvSpPr>
        <dsp:cNvPr id="0" name=""/>
        <dsp:cNvSpPr/>
      </dsp:nvSpPr>
      <dsp:spPr>
        <a:xfrm>
          <a:off x="8901805" y="32602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39D6B-F620-4FDA-9C69-39F4DF419BB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8057D-1EB0-4A90-8FFB-A48B4C4BD3B3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1627C-2F1F-47E5-9B64-70D5E98A2DB2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>
              <a:solidFill>
                <a:schemeClr val="bg1"/>
              </a:solidFill>
            </a:rPr>
            <a:t>Duru – Build server &amp; network share – finalized build scripts</a:t>
          </a:r>
          <a:endParaRPr lang="en-US" sz="2500" kern="1200">
            <a:solidFill>
              <a:schemeClr val="bg1"/>
            </a:solidFill>
          </a:endParaRPr>
        </a:p>
      </dsp:txBody>
      <dsp:txXfrm>
        <a:off x="1435590" y="531"/>
        <a:ext cx="9080009" cy="1242935"/>
      </dsp:txXfrm>
    </dsp:sp>
    <dsp:sp modelId="{16AD9AB5-91EE-4488-8B29-0B2C453536A6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17C8F-D953-4A6E-8E36-0804F74E0CD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DE828-3B70-4294-8C16-0AAED61B65DE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>
              <a:solidFill>
                <a:schemeClr val="bg1"/>
              </a:solidFill>
            </a:rPr>
            <a:t>Jordan – Working prototype</a:t>
          </a:r>
          <a:endParaRPr lang="en-US" sz="2500" kern="1200">
            <a:solidFill>
              <a:schemeClr val="bg1"/>
            </a:solidFill>
          </a:endParaRPr>
        </a:p>
      </dsp:txBody>
      <dsp:txXfrm>
        <a:off x="1435590" y="1554201"/>
        <a:ext cx="9080009" cy="1242935"/>
      </dsp:txXfrm>
    </dsp:sp>
    <dsp:sp modelId="{73C4516E-89AA-4632-AEC7-553DF0FD15DE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2E676-4B01-4AD1-8A2B-E32B42E1324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730F2-FCAD-4E71-9D4F-FAD82032BD04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>
              <a:solidFill>
                <a:schemeClr val="bg1"/>
              </a:solidFill>
            </a:rPr>
            <a:t>Katie – Finalized production server scripts </a:t>
          </a:r>
          <a:endParaRPr lang="en-US" sz="2500" kern="1200">
            <a:solidFill>
              <a:schemeClr val="bg1"/>
            </a:solidFill>
          </a:endParaRP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6:56:27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6698 32488 32767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6:56:27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5007 36754 32767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6:56:2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3089 34354 32767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6:56:2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2729 35684 32767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6:56:27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5495 31007 32767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4774-E7F7-4DBD-86E1-CE4EA478013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115D8-E74F-424A-B1DB-EBF5DD950B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123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/>
              <a:t>Visually demo of the complete process completed step by step </a:t>
            </a:r>
          </a:p>
          <a:p>
            <a:pPr marL="0" indent="0">
              <a:buNone/>
            </a:pPr>
            <a:r>
              <a:rPr lang="en-CA"/>
              <a:t>Use of Physical machines to remove abstraction</a:t>
            </a:r>
          </a:p>
          <a:p>
            <a:pPr marL="0" indent="0">
              <a:buNone/>
            </a:pPr>
            <a:r>
              <a:rPr lang="en-CA"/>
              <a:t>Enhance Jr. Operators understanding of process</a:t>
            </a: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115D8-E74F-424A-B1DB-EBF5DD950BA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798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F167-0429-F6FC-6CD7-D0D282340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DC22A-B168-35D3-6695-081FAC0D6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3F43-DBE3-B4FF-EE3F-B9ABA034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157A-F7C4-A1BD-EAB2-12BD762E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F720-8F78-2B78-665E-C2DABEBC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728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7E1FF-8E9C-F7C1-1DA6-3B677BA2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DD802-B83C-02BC-205C-92E2283BA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2076-4BF1-D6AE-28F8-4AF2D447C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FD62B-1E38-89B3-5EE7-8BAB78AE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AF55-D230-748E-2BE3-1DEA7894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662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C86C-8CB2-D3FC-82F0-A0112A80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D22EA-6ED6-41D7-2594-2B77DD81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BE3A2-10D2-BCA3-802F-35012114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89338-42F1-A173-9A9B-6216AAD2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AA83-9869-9FD1-1002-44660130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577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0F66-BF4F-1868-577A-8CA5376E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8AAFB-A1FA-EAF2-7074-E43688F5F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5E87C-4875-6D48-6402-B14A30F21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C4659-89D6-C63A-C669-BD271009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0AEA0-552B-1800-7B85-AA3BC3FA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78438-6FB7-13F9-EB7E-7E4BE316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103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CF696-1701-3644-2864-46484872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F6A7-0729-12F3-27F5-709747A59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376BA-6229-3A35-52C1-1AAFBA2F5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AC8E4-85FA-D7C7-6C8E-4417F2132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90754-9AC5-7886-A1A8-5F03CA96E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6FD07-5A74-3490-62A5-A24193EE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CBAA5-C3D5-5A39-BA9E-F8BA0D2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76286-68B4-660A-320B-24D6EF7F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316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3EDC-0DD8-9EB0-43F3-B7CD00DC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A5FD3-5FA9-566F-B92F-3D5FA67B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774A0-01B7-3AE3-8D9B-2A12BEEAA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86712-BAE1-9A17-17E4-6F73EBB43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401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42FF9-4D86-AB8D-4F45-0C1C4DD5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95E15A-6247-C50E-3E2D-978FA1F5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865DE-2D6C-1144-47D6-9B04D385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262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89C2-3783-D7D4-2603-880DE550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8432-F381-2DDA-6775-DAF293C6E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8C196-B3BD-1F8E-637C-2F6D069D8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B14C9-4BFF-463F-34C9-7C712F63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4C22D-3652-9341-C7FA-0B508F0B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D3E29-E3B6-DFCE-A1BB-F8C1CBFB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894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3D88-B085-B950-BDB4-20EB1BE9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9AA01-57B5-F661-BD59-33573DDB2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9F7D8-C2C8-86BE-9610-BEE088D82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8AE0B-B78A-3BF8-9CC2-C7D95F9A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85484-AE01-C800-E533-BE28AF62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40B8B-5652-E7CB-4D62-9156604B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117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00D3-43D0-C01E-0794-17F928DA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FFF88-D6AC-D560-CBE7-9732FA3B5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A391A-4383-F153-13D6-8F522EE3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3A48F-EA3F-6E4D-5B55-2E48E7DD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4356E-F66A-3F73-591D-CAA721CF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019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D40CB-925E-1882-2171-6DB556285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1C657-F976-36D6-47D8-DBBC54E42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78AD9-6C3A-D734-C792-5DA33285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C6777-E66A-DE10-7A5F-2FFEAC7E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17847-FAC1-F17F-4DAD-62023BA89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957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9846D3-E13E-FA7F-F088-70251891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3D129-D07B-D46F-A2CB-0DB5C70BE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722FC-8559-AA9D-9EBB-B8AF9B0B7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141E8-A3FC-425D-956D-7CDC984ECAA3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1FDB9-A7EB-86D7-2898-DFB94CB9A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25256-1758-7EF6-7611-5C2B61E92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16C5C-B1DD-4A82-8A36-3F6CE1B5B6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595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2.png"/><Relationship Id="rId7" Type="http://schemas.openxmlformats.org/officeDocument/2006/relationships/customXml" Target="../ink/ink5.xml"/><Relationship Id="rId12" Type="http://schemas.microsoft.com/office/2007/relationships/diagramDrawing" Target="../diagrams/drawing1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diagramColors" Target="../diagrams/colors1.xml"/><Relationship Id="rId5" Type="http://schemas.openxmlformats.org/officeDocument/2006/relationships/customXml" Target="../ink/ink3.xml"/><Relationship Id="rId10" Type="http://schemas.openxmlformats.org/officeDocument/2006/relationships/diagramQuickStyle" Target="../diagrams/quickStyle1.xml"/><Relationship Id="rId4" Type="http://schemas.openxmlformats.org/officeDocument/2006/relationships/customXml" Target="../ink/ink2.xml"/><Relationship Id="rId9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" TargetMode="External"/><Relationship Id="rId2" Type="http://schemas.openxmlformats.org/officeDocument/2006/relationships/hyperlink" Target="https://pve.proxmox.com/pve-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yberpanel.net/blog/docker-use-cases" TargetMode="External"/><Relationship Id="rId5" Type="http://schemas.openxmlformats.org/officeDocument/2006/relationships/hyperlink" Target="https://www.linkedin.com/pulse/why-companies-using-docker-real-world-case-study-rise-devv-saxena-swb1c/" TargetMode="External"/><Relationship Id="rId4" Type="http://schemas.openxmlformats.org/officeDocument/2006/relationships/hyperlink" Target="https://docs.docker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toon of a person and a child eating a sandwich&#10;&#10;AI-generated content may be incorrect.">
            <a:extLst>
              <a:ext uri="{FF2B5EF4-FFF2-40B4-BE49-F238E27FC236}">
                <a16:creationId xmlns:a16="http://schemas.microsoft.com/office/drawing/2014/main" id="{4A07AA89-29F6-C76A-348E-B018952D3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275" y="0"/>
            <a:ext cx="7531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09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CB0A8-2560-3841-F6F7-DCE515538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r>
              <a:rPr lang="en-US" sz="6600"/>
              <a:t>Dev Ops</a:t>
            </a:r>
            <a:br>
              <a:rPr lang="en-US" sz="6600"/>
            </a:br>
            <a:r>
              <a:rPr lang="en-US" sz="6600" b="1"/>
              <a:t>DockerDemo++</a:t>
            </a:r>
            <a:endParaRPr lang="en-CA" sz="6600" b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4C88A-8F80-40BD-93D9-A5173E698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Duru, Jordan, Katie</a:t>
            </a:r>
            <a:endParaRPr lang="en-CA" sz="2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79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3DBB-117B-3D65-E6B3-5E7C3067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Workflow Visual</a:t>
            </a:r>
            <a:endParaRPr lang="en-CA" sz="40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2FFCD5-729F-05B7-8C53-1A4256A316A5}"/>
                  </a:ext>
                </a:extLst>
              </p14:cNvPr>
              <p14:cNvContentPartPr/>
              <p14:nvPr/>
            </p14:nvContentPartPr>
            <p14:xfrm>
              <a:off x="4109978" y="11298236"/>
              <a:ext cx="18585" cy="18585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2FFCD5-729F-05B7-8C53-1A4256A316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0728" y="10368986"/>
                <a:ext cx="1858500" cy="185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21012D0-86DA-627F-DE56-26374757E880}"/>
                  </a:ext>
                </a:extLst>
              </p14:cNvPr>
              <p14:cNvContentPartPr/>
              <p14:nvPr/>
            </p14:nvContentPartPr>
            <p14:xfrm>
              <a:off x="2922711" y="14294566"/>
              <a:ext cx="18585" cy="18585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21012D0-86DA-627F-DE56-26374757E8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3461" y="13365316"/>
                <a:ext cx="1858500" cy="185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A62A84-7B2E-725B-66D2-E9D4A1A2087A}"/>
                  </a:ext>
                </a:extLst>
              </p14:cNvPr>
              <p14:cNvContentPartPr/>
              <p14:nvPr/>
            </p14:nvContentPartPr>
            <p14:xfrm>
              <a:off x="1575362" y="12608525"/>
              <a:ext cx="18585" cy="18585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A62A84-7B2E-725B-66D2-E9D4A1A208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6112" y="11679275"/>
                <a:ext cx="1858500" cy="185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FA9C20B-F12F-7197-88AB-5EC8FF568333}"/>
                  </a:ext>
                </a:extLst>
              </p14:cNvPr>
              <p14:cNvContentPartPr/>
              <p14:nvPr/>
            </p14:nvContentPartPr>
            <p14:xfrm>
              <a:off x="1321901" y="13543075"/>
              <a:ext cx="18585" cy="18585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FA9C20B-F12F-7197-88AB-5EC8FF5683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2651" y="12613825"/>
                <a:ext cx="1858500" cy="185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B04FA4E-96D6-895C-45E8-F55356074658}"/>
                  </a:ext>
                </a:extLst>
              </p14:cNvPr>
              <p14:cNvContentPartPr/>
              <p14:nvPr/>
            </p14:nvContentPartPr>
            <p14:xfrm>
              <a:off x="3265106" y="10257710"/>
              <a:ext cx="18585" cy="18585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B04FA4E-96D6-895C-45E8-F553560746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5856" y="9328460"/>
                <a:ext cx="1858500" cy="18585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4" name="Diagram 63">
            <a:extLst>
              <a:ext uri="{FF2B5EF4-FFF2-40B4-BE49-F238E27FC236}">
                <a16:creationId xmlns:a16="http://schemas.microsoft.com/office/drawing/2014/main" id="{9FDF4336-DE38-289D-6EF2-C9B7FF5224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794854"/>
              </p:ext>
            </p:extLst>
          </p:nvPr>
        </p:nvGraphicFramePr>
        <p:xfrm>
          <a:off x="5401550" y="1261565"/>
          <a:ext cx="5425722" cy="4320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D605A52D-E3F9-E4F8-8756-E6B9E33E5671}"/>
              </a:ext>
            </a:extLst>
          </p:cNvPr>
          <p:cNvSpPr/>
          <p:nvPr/>
        </p:nvSpPr>
        <p:spPr>
          <a:xfrm>
            <a:off x="1129594" y="4153605"/>
            <a:ext cx="2835379" cy="111477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4EB135-AFD5-0BBD-D868-FBC26F697A4F}"/>
              </a:ext>
            </a:extLst>
          </p:cNvPr>
          <p:cNvSpPr/>
          <p:nvPr/>
        </p:nvSpPr>
        <p:spPr>
          <a:xfrm>
            <a:off x="1003300" y="4212166"/>
            <a:ext cx="1227666" cy="119944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B96E-FC0B-F864-5918-B84C2105D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Process</a:t>
            </a:r>
            <a:endParaRPr lang="en-CA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0ADB98-565A-9AE5-0C9C-73E854A8A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695488"/>
              </p:ext>
            </p:extLst>
          </p:nvPr>
        </p:nvGraphicFramePr>
        <p:xfrm>
          <a:off x="644056" y="2488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41" name="Rectangle 640">
            <a:extLst>
              <a:ext uri="{FF2B5EF4-FFF2-40B4-BE49-F238E27FC236}">
                <a16:creationId xmlns:a16="http://schemas.microsoft.com/office/drawing/2014/main" id="{9DFC7812-B920-6D23-C902-83D2DAF3255A}"/>
              </a:ext>
            </a:extLst>
          </p:cNvPr>
          <p:cNvSpPr/>
          <p:nvPr/>
        </p:nvSpPr>
        <p:spPr>
          <a:xfrm>
            <a:off x="894644" y="1715205"/>
            <a:ext cx="10408355" cy="111477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872CD3A2-BCA7-6D0A-39B4-9AA1DF398A37}"/>
              </a:ext>
            </a:extLst>
          </p:cNvPr>
          <p:cNvSpPr/>
          <p:nvPr/>
        </p:nvSpPr>
        <p:spPr>
          <a:xfrm>
            <a:off x="768350" y="1773766"/>
            <a:ext cx="1227666" cy="119944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7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D0B0-A860-EA93-9A1C-AA6CABDD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Contribution</a:t>
            </a:r>
            <a:endParaRPr lang="en-CA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7C3A8BD-D916-C963-167B-34C2DA302F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7322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72" name="Rectangle 871">
            <a:extLst>
              <a:ext uri="{FF2B5EF4-FFF2-40B4-BE49-F238E27FC236}">
                <a16:creationId xmlns:a16="http://schemas.microsoft.com/office/drawing/2014/main" id="{5B037BD1-20FA-CAD7-8943-0C4086DCBEDC}"/>
              </a:ext>
            </a:extLst>
          </p:cNvPr>
          <p:cNvSpPr/>
          <p:nvPr/>
        </p:nvSpPr>
        <p:spPr>
          <a:xfrm>
            <a:off x="894644" y="1334205"/>
            <a:ext cx="10408355" cy="111477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058C5C37-BD7E-C0DA-6611-2575DDECC5BF}"/>
              </a:ext>
            </a:extLst>
          </p:cNvPr>
          <p:cNvSpPr/>
          <p:nvPr/>
        </p:nvSpPr>
        <p:spPr>
          <a:xfrm>
            <a:off x="768350" y="1392766"/>
            <a:ext cx="1227666" cy="119944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3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97E1F-EB7C-1DA3-62A8-F6FD678B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8FA08-D5C9-C010-94B9-E3F7A05B6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>
                <a:hlinkClick r:id="rId2"/>
              </a:rPr>
              <a:t>https://pve.proxmox.com/pve-docs/</a:t>
            </a:r>
            <a:endParaRPr lang="en-US"/>
          </a:p>
          <a:p>
            <a:r>
              <a:rPr lang="en-US">
                <a:hlinkClick r:id="rId3"/>
              </a:rPr>
              <a:t>https://docs.github.com/en</a:t>
            </a:r>
            <a:endParaRPr lang="en-US"/>
          </a:p>
          <a:p>
            <a:r>
              <a:rPr lang="en-US">
                <a:hlinkClick r:id="rId4"/>
              </a:rPr>
              <a:t>https://docs.docker.com/</a:t>
            </a:r>
            <a:endParaRPr lang="en-US"/>
          </a:p>
          <a:p>
            <a:r>
              <a:rPr lang="en-US">
                <a:ea typeface="+mn-lt"/>
                <a:cs typeface="+mn-lt"/>
                <a:hlinkClick r:id="rId5"/>
              </a:rPr>
              <a:t>https://www.linkedin.com/pulse/why-companies-using-docker-real-world-case-study-rise-devv-saxena-swb1c/</a:t>
            </a:r>
            <a:endParaRPr lang="en-US"/>
          </a:p>
          <a:p>
            <a:r>
              <a:rPr lang="en-US">
                <a:ea typeface="+mn-lt"/>
                <a:cs typeface="+mn-lt"/>
                <a:hlinkClick r:id="rId6"/>
              </a:rPr>
              <a:t>https://cyberpanel.net/blog/docker-use-cases</a:t>
            </a:r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886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toon characters in a room&#10;&#10;AI-generated content may be incorrect.">
            <a:extLst>
              <a:ext uri="{FF2B5EF4-FFF2-40B4-BE49-F238E27FC236}">
                <a16:creationId xmlns:a16="http://schemas.microsoft.com/office/drawing/2014/main" id="{F7F5D387-1A2D-F1BE-FCC2-DDB1A9421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0"/>
            <a:ext cx="9163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6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9504282C2DD14282F999F89150084F" ma:contentTypeVersion="11" ma:contentTypeDescription="Create a new document." ma:contentTypeScope="" ma:versionID="d3a4b2f9a1e870857d69d83612be69d4">
  <xsd:schema xmlns:xsd="http://www.w3.org/2001/XMLSchema" xmlns:xs="http://www.w3.org/2001/XMLSchema" xmlns:p="http://schemas.microsoft.com/office/2006/metadata/properties" xmlns:ns3="1cfc94cd-0a5d-4c9e-8b3e-04fbb69a2853" targetNamespace="http://schemas.microsoft.com/office/2006/metadata/properties" ma:root="true" ma:fieldsID="00d072da0c87e158a04259d6107b136e" ns3:_="">
    <xsd:import namespace="1cfc94cd-0a5d-4c9e-8b3e-04fbb69a285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fc94cd-0a5d-4c9e-8b3e-04fbb69a285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fc94cd-0a5d-4c9e-8b3e-04fbb69a285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0B05FF-12C6-4084-AE9A-B534D7B30E17}">
  <ds:schemaRefs>
    <ds:schemaRef ds:uri="1cfc94cd-0a5d-4c9e-8b3e-04fbb69a28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6030BA7-ED48-4ABB-BAEC-50D6D52AE4C8}">
  <ds:schemaRefs>
    <ds:schemaRef ds:uri="1cfc94cd-0a5d-4c9e-8b3e-04fbb69a285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BB8E5A0-B693-428E-902C-DD17DE66AB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Dev Ops DockerDemo++</vt:lpstr>
      <vt:lpstr>Workflow Visual</vt:lpstr>
      <vt:lpstr>Process</vt:lpstr>
      <vt:lpstr>Team Contribution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Duru Elli</dc:creator>
  <cp:revision>4</cp:revision>
  <dcterms:created xsi:type="dcterms:W3CDTF">2026-04-12T16:25:40Z</dcterms:created>
  <dcterms:modified xsi:type="dcterms:W3CDTF">2026-04-12T18:55:44Z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0x010100CA9504282C2DD14282F999F89150084F</vt:lpwstr>
  </property>
</Properties>
</file>